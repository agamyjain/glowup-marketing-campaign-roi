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Black" panose="020B0604020202020204" charset="0"/>
      <p:bold r:id="rId18"/>
      <p:boldItalic r:id="rId19"/>
    </p:embeddedFont>
    <p:embeddedFont>
      <p:font typeface="Inter ExtraBold" panose="020B0604020202020204" charset="0"/>
      <p:bold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  <p:embeddedFont>
      <p:font typeface="Plus Jakarta Sans ExtraBold" panose="020B0604020202020204" charset="0"/>
      <p:bold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ADC1"/>
    <a:srgbClr val="FDFDFD"/>
    <a:srgbClr val="FFFFFF"/>
    <a:srgbClr val="2F468C"/>
    <a:srgbClr val="0C8D82"/>
    <a:srgbClr val="2563EB"/>
    <a:srgbClr val="5183EE"/>
    <a:srgbClr val="179D49"/>
    <a:srgbClr val="798596"/>
    <a:srgbClr val="149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" dt="2026-08-31T16:22:09.446"/>
  </p1510:revLst>
</p1510:revInfo>
</file>

<file path=ppt/tableStyles.xml><?xml version="1.0" encoding="utf-8"?>
<a:tblStyleLst xmlns:a="http://schemas.openxmlformats.org/drawingml/2006/main" def="{870EB4AF-7A38-4763-9C53-5510BC3748B6}">
  <a:tblStyle styleId="{870EB4AF-7A38-4763-9C53-5510BC3748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tableStyles" Target="tableStyles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amya R Jain" userId="5379bb5ac236f65f" providerId="Windows Live" clId="Web-{00000000-0000-0000-0000-000000000000}"/>
    <pc:docChg chg="addSld delSld modSld">
      <pc:chgData name="Agamya R Jain" userId="5379bb5ac236f65f" providerId="Windows Live" clId="Web-{00000000-0000-0000-0000-000000000000}" dt="2026-08-31T16:22:09.446" v="1099"/>
      <pc:docMkLst>
        <pc:docMk/>
      </pc:docMkLst>
      <pc:sldChg chg="addSp delSp modSp">
        <pc:chgData name="Agamya R Jain" userId="5379bb5ac236f65f" providerId="Windows Live" clId="Web-{00000000-0000-0000-0000-000000000000}" dt="2026-08-13T08:22:21.683" v="60" actId="20577"/>
        <pc:sldMkLst>
          <pc:docMk/>
          <pc:sldMk cId="0" sldId="256"/>
        </pc:sldMkLst>
        <pc:spChg chg="mod">
          <ac:chgData name="Agamya R Jain" userId="5379bb5ac236f65f" providerId="Windows Live" clId="Web-{00000000-0000-0000-0000-000000000000}" dt="2026-08-13T08:04:56.972" v="19" actId="14100"/>
          <ac:spMkLst>
            <pc:docMk/>
            <pc:sldMk cId="0" sldId="256"/>
            <ac:spMk id="8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3T08:04:51.988" v="18" actId="14100"/>
          <ac:spMkLst>
            <pc:docMk/>
            <pc:sldMk cId="0" sldId="256"/>
            <ac:spMk id="8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3T08:22:21.683" v="60" actId="20577"/>
          <ac:spMkLst>
            <pc:docMk/>
            <pc:sldMk cId="0" sldId="256"/>
            <ac:spMk id="91" creationId="{00000000-0000-0000-0000-000000000000}"/>
          </ac:spMkLst>
        </pc:spChg>
        <pc:picChg chg="add mod">
          <ac:chgData name="Agamya R Jain" userId="5379bb5ac236f65f" providerId="Windows Live" clId="Web-{00000000-0000-0000-0000-000000000000}" dt="2026-08-13T08:04:45.941" v="17" actId="1076"/>
          <ac:picMkLst>
            <pc:docMk/>
            <pc:sldMk cId="0" sldId="256"/>
            <ac:picMk id="3" creationId="{3CA84DFE-279F-144B-2DCA-8AF7CE68F642}"/>
          </ac:picMkLst>
        </pc:picChg>
      </pc:sldChg>
      <pc:sldChg chg="addSp delSp modSp">
        <pc:chgData name="Agamya R Jain" userId="5379bb5ac236f65f" providerId="Windows Live" clId="Web-{00000000-0000-0000-0000-000000000000}" dt="2026-08-16T15:49:12.939" v="258" actId="1076"/>
        <pc:sldMkLst>
          <pc:docMk/>
          <pc:sldMk cId="0" sldId="257"/>
        </pc:sldMkLst>
        <pc:spChg chg="mod">
          <ac:chgData name="Agamya R Jain" userId="5379bb5ac236f65f" providerId="Windows Live" clId="Web-{00000000-0000-0000-0000-000000000000}" dt="2026-08-13T08:13:08.187" v="23" actId="14100"/>
          <ac:spMkLst>
            <pc:docMk/>
            <pc:sldMk cId="0" sldId="257"/>
            <ac:spMk id="113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6T15:48:47.360" v="251" actId="1076"/>
          <ac:spMkLst>
            <pc:docMk/>
            <pc:sldMk cId="0" sldId="257"/>
            <ac:spMk id="11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6T15:48:55.657" v="253" actId="1076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6T15:47:06.684" v="244" actId="20577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6T15:49:12.939" v="258" actId="1076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5T11:05:29.186" v="146" actId="20577"/>
          <ac:spMkLst>
            <pc:docMk/>
            <pc:sldMk cId="0" sldId="257"/>
            <ac:spMk id="126" creationId="{00000000-0000-0000-0000-000000000000}"/>
          </ac:spMkLst>
        </pc:spChg>
      </pc:sldChg>
      <pc:sldChg chg="delSp modSp">
        <pc:chgData name="Agamya R Jain" userId="5379bb5ac236f65f" providerId="Windows Live" clId="Web-{00000000-0000-0000-0000-000000000000}" dt="2026-08-15T17:27:27.447" v="226"/>
        <pc:sldMkLst>
          <pc:docMk/>
          <pc:sldMk cId="0" sldId="258"/>
        </pc:sldMkLst>
      </pc:sldChg>
      <pc:sldChg chg="addSp delSp modSp">
        <pc:chgData name="Agamya R Jain" userId="5379bb5ac236f65f" providerId="Windows Live" clId="Web-{00000000-0000-0000-0000-000000000000}" dt="2026-08-27T16:36:32.464" v="1051" actId="1076"/>
        <pc:sldMkLst>
          <pc:docMk/>
          <pc:sldMk cId="0" sldId="259"/>
        </pc:sldMkLst>
        <pc:spChg chg="mod">
          <ac:chgData name="Agamya R Jain" userId="5379bb5ac236f65f" providerId="Windows Live" clId="Web-{00000000-0000-0000-0000-000000000000}" dt="2026-08-15T10:58:06.479" v="105" actId="1076"/>
          <ac:spMkLst>
            <pc:docMk/>
            <pc:sldMk cId="0" sldId="259"/>
            <ac:spMk id="20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5T10:57:58.088" v="104" actId="14100"/>
          <ac:spMkLst>
            <pc:docMk/>
            <pc:sldMk cId="0" sldId="259"/>
            <ac:spMk id="203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5T10:58:41.651" v="112" actId="1076"/>
          <ac:spMkLst>
            <pc:docMk/>
            <pc:sldMk cId="0" sldId="259"/>
            <ac:spMk id="20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5T10:57:55.869" v="103" actId="1076"/>
          <ac:spMkLst>
            <pc:docMk/>
            <pc:sldMk cId="0" sldId="259"/>
            <ac:spMk id="20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16:36:32.464" v="1051" actId="1076"/>
          <ac:spMkLst>
            <pc:docMk/>
            <pc:sldMk cId="0" sldId="259"/>
            <ac:spMk id="20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16:36:28.776" v="1050" actId="1076"/>
          <ac:spMkLst>
            <pc:docMk/>
            <pc:sldMk cId="0" sldId="259"/>
            <ac:spMk id="207" creationId="{00000000-0000-0000-0000-000000000000}"/>
          </ac:spMkLst>
        </pc:spChg>
        <pc:graphicFrameChg chg="add mod">
          <ac:chgData name="Agamya R Jain" userId="5379bb5ac236f65f" providerId="Windows Live" clId="Web-{00000000-0000-0000-0000-000000000000}" dt="2026-08-15T10:29:36.161" v="66" actId="14100"/>
          <ac:graphicFrameMkLst>
            <pc:docMk/>
            <pc:sldMk cId="0" sldId="259"/>
            <ac:graphicFrameMk id="5" creationId="{23184ED9-D71B-9DC6-FE55-2310FD720E6D}"/>
          </ac:graphicFrameMkLst>
        </pc:graphicFrameChg>
        <pc:picChg chg="mod">
          <ac:chgData name="Agamya R Jain" userId="5379bb5ac236f65f" providerId="Windows Live" clId="Web-{00000000-0000-0000-0000-000000000000}" dt="2026-08-15T10:58:41.714" v="113" actId="1076"/>
          <ac:picMkLst>
            <pc:docMk/>
            <pc:sldMk cId="0" sldId="259"/>
            <ac:picMk id="2" creationId="{B623205A-D384-1DA5-98E5-25DAC7DFDAAA}"/>
          </ac:picMkLst>
        </pc:picChg>
        <pc:picChg chg="mod">
          <ac:chgData name="Agamya R Jain" userId="5379bb5ac236f65f" providerId="Windows Live" clId="Web-{00000000-0000-0000-0000-000000000000}" dt="2026-08-15T10:59:53.636" v="134" actId="1076"/>
          <ac:picMkLst>
            <pc:docMk/>
            <pc:sldMk cId="0" sldId="259"/>
            <ac:picMk id="3" creationId="{1321B3BF-0A61-DA11-1A1A-2D9F5AAF88A6}"/>
          </ac:picMkLst>
        </pc:picChg>
        <pc:picChg chg="mod">
          <ac:chgData name="Agamya R Jain" userId="5379bb5ac236f65f" providerId="Windows Live" clId="Web-{00000000-0000-0000-0000-000000000000}" dt="2026-08-27T16:36:03.916" v="1049" actId="14100"/>
          <ac:picMkLst>
            <pc:docMk/>
            <pc:sldMk cId="0" sldId="259"/>
            <ac:picMk id="184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15T10:59:58.699" v="135" actId="14100"/>
          <ac:picMkLst>
            <pc:docMk/>
            <pc:sldMk cId="0" sldId="259"/>
            <ac:picMk id="185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15T10:58:06.541" v="106" actId="1076"/>
          <ac:picMkLst>
            <pc:docMk/>
            <pc:sldMk cId="0" sldId="259"/>
            <ac:picMk id="212" creationId="{00000000-0000-0000-0000-000000000000}"/>
          </ac:picMkLst>
        </pc:picChg>
      </pc:sldChg>
      <pc:sldChg chg="delSp modSp">
        <pc:chgData name="Agamya R Jain" userId="5379bb5ac236f65f" providerId="Windows Live" clId="Web-{00000000-0000-0000-0000-000000000000}" dt="2026-08-16T15:49:26.330" v="259"/>
        <pc:sldMkLst>
          <pc:docMk/>
          <pc:sldMk cId="0" sldId="260"/>
        </pc:sldMkLst>
        <pc:spChg chg="mod">
          <ac:chgData name="Agamya R Jain" userId="5379bb5ac236f65f" providerId="Windows Live" clId="Web-{00000000-0000-0000-0000-000000000000}" dt="2026-08-15T17:29:18.698" v="227" actId="1076"/>
          <ac:spMkLst>
            <pc:docMk/>
            <pc:sldMk cId="0" sldId="260"/>
            <ac:spMk id="230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5T16:24:15.036" v="198" actId="20577"/>
          <ac:spMkLst>
            <pc:docMk/>
            <pc:sldMk cId="0" sldId="260"/>
            <ac:spMk id="23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5T17:31:14.812" v="232" actId="1076"/>
          <ac:spMkLst>
            <pc:docMk/>
            <pc:sldMk cId="0" sldId="260"/>
            <ac:spMk id="23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5T16:27:17.334" v="221" actId="14100"/>
          <ac:spMkLst>
            <pc:docMk/>
            <pc:sldMk cId="0" sldId="260"/>
            <ac:spMk id="239" creationId="{00000000-0000-0000-0000-000000000000}"/>
          </ac:spMkLst>
        </pc:spChg>
        <pc:graphicFrameChg chg="mod modGraphic">
          <ac:chgData name="Agamya R Jain" userId="5379bb5ac236f65f" providerId="Windows Live" clId="Web-{00000000-0000-0000-0000-000000000000}" dt="2026-08-15T11:10:26.142" v="194"/>
          <ac:graphicFrameMkLst>
            <pc:docMk/>
            <pc:sldMk cId="0" sldId="260"/>
            <ac:graphicFrameMk id="228" creationId="{00000000-0000-0000-0000-000000000000}"/>
          </ac:graphicFrameMkLst>
        </pc:graphicFrameChg>
        <pc:picChg chg="mod">
          <ac:chgData name="Agamya R Jain" userId="5379bb5ac236f65f" providerId="Windows Live" clId="Web-{00000000-0000-0000-0000-000000000000}" dt="2026-08-15T17:29:19.651" v="228" actId="1076"/>
          <ac:picMkLst>
            <pc:docMk/>
            <pc:sldMk cId="0" sldId="260"/>
            <ac:picMk id="4" creationId="{A8F2FE68-8DF3-053C-B4BC-DF8EF3B596B2}"/>
          </ac:picMkLst>
        </pc:picChg>
        <pc:picChg chg="mod">
          <ac:chgData name="Agamya R Jain" userId="5379bb5ac236f65f" providerId="Windows Live" clId="Web-{00000000-0000-0000-0000-000000000000}" dt="2026-08-15T11:10:28.658" v="195" actId="14100"/>
          <ac:picMkLst>
            <pc:docMk/>
            <pc:sldMk cId="0" sldId="260"/>
            <ac:picMk id="220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15T17:32:17.469" v="233" actId="14100"/>
          <ac:picMkLst>
            <pc:docMk/>
            <pc:sldMk cId="0" sldId="260"/>
            <ac:picMk id="222" creationId="{00000000-0000-0000-0000-000000000000}"/>
          </ac:picMkLst>
        </pc:picChg>
      </pc:sldChg>
      <pc:sldChg chg="addSp delSp modSp">
        <pc:chgData name="Agamya R Jain" userId="5379bb5ac236f65f" providerId="Windows Live" clId="Web-{00000000-0000-0000-0000-000000000000}" dt="2026-08-17T17:35:56.478" v="1030" actId="14100"/>
        <pc:sldMkLst>
          <pc:docMk/>
          <pc:sldMk cId="0" sldId="261"/>
        </pc:sldMkLst>
        <pc:spChg chg="mod">
          <ac:chgData name="Agamya R Jain" userId="5379bb5ac236f65f" providerId="Windows Live" clId="Web-{00000000-0000-0000-0000-000000000000}" dt="2026-08-17T15:54:29.022" v="819" actId="1076"/>
          <ac:spMkLst>
            <pc:docMk/>
            <pc:sldMk cId="0" sldId="261"/>
            <ac:spMk id="282" creationId="{00000000-0000-0000-0000-000000000000}"/>
          </ac:spMkLst>
        </pc:spChg>
        <pc:graphicFrameChg chg="add mod">
          <ac:chgData name="Agamya R Jain" userId="5379bb5ac236f65f" providerId="Windows Live" clId="Web-{00000000-0000-0000-0000-000000000000}" dt="2026-08-17T17:35:56.478" v="1030" actId="14100"/>
          <ac:graphicFrameMkLst>
            <pc:docMk/>
            <pc:sldMk cId="0" sldId="261"/>
            <ac:graphicFrameMk id="3" creationId="{365E89CB-A4E4-D56B-5BAE-52BCF9ADEB5F}"/>
          </ac:graphicFrameMkLst>
        </pc:graphicFrameChg>
      </pc:sldChg>
      <pc:sldChg chg="addSp delSp modSp">
        <pc:chgData name="Agamya R Jain" userId="5379bb5ac236f65f" providerId="Windows Live" clId="Web-{00000000-0000-0000-0000-000000000000}" dt="2026-08-17T15:07:10.841" v="618" actId="20577"/>
        <pc:sldMkLst>
          <pc:docMk/>
          <pc:sldMk cId="0" sldId="262"/>
        </pc:sldMkLst>
        <pc:spChg chg="add mod">
          <ac:chgData name="Agamya R Jain" userId="5379bb5ac236f65f" providerId="Windows Live" clId="Web-{00000000-0000-0000-0000-000000000000}" dt="2026-08-17T15:03:16.567" v="572" actId="20577"/>
          <ac:spMkLst>
            <pc:docMk/>
            <pc:sldMk cId="0" sldId="262"/>
            <ac:spMk id="3" creationId="{F2E5D8B7-AF30-E17D-C0F5-6BBB5860A8FE}"/>
          </ac:spMkLst>
        </pc:spChg>
        <pc:spChg chg="add mod">
          <ac:chgData name="Agamya R Jain" userId="5379bb5ac236f65f" providerId="Windows Live" clId="Web-{00000000-0000-0000-0000-000000000000}" dt="2026-08-17T11:06:53.403" v="382" actId="1076"/>
          <ac:spMkLst>
            <pc:docMk/>
            <pc:sldMk cId="0" sldId="262"/>
            <ac:spMk id="5" creationId="{3D9C7F41-D42A-BEEE-1D9D-A45ED789A0E2}"/>
          </ac:spMkLst>
        </pc:spChg>
        <pc:spChg chg="add mod">
          <ac:chgData name="Agamya R Jain" userId="5379bb5ac236f65f" providerId="Windows Live" clId="Web-{00000000-0000-0000-0000-000000000000}" dt="2026-08-17T11:04:26.292" v="370" actId="1076"/>
          <ac:spMkLst>
            <pc:docMk/>
            <pc:sldMk cId="0" sldId="262"/>
            <ac:spMk id="8" creationId="{6D6F2875-231B-069D-5175-C2C0516DDF85}"/>
          </ac:spMkLst>
        </pc:spChg>
        <pc:spChg chg="mod">
          <ac:chgData name="Agamya R Jain" userId="5379bb5ac236f65f" providerId="Windows Live" clId="Web-{00000000-0000-0000-0000-000000000000}" dt="2026-08-17T15:03:48.709" v="576" actId="20577"/>
          <ac:spMkLst>
            <pc:docMk/>
            <pc:sldMk cId="0" sldId="262"/>
            <ac:spMk id="9" creationId="{E736AB89-D30E-14BD-34C7-44151C2E15B4}"/>
          </ac:spMkLst>
        </pc:spChg>
        <pc:spChg chg="mod">
          <ac:chgData name="Agamya R Jain" userId="5379bb5ac236f65f" providerId="Windows Live" clId="Web-{00000000-0000-0000-0000-000000000000}" dt="2026-08-17T15:05:47.885" v="595" actId="20577"/>
          <ac:spMkLst>
            <pc:docMk/>
            <pc:sldMk cId="0" sldId="262"/>
            <ac:spMk id="10" creationId="{375C42B6-1280-E376-7D25-DF95C1812A4D}"/>
          </ac:spMkLst>
        </pc:spChg>
        <pc:spChg chg="mod">
          <ac:chgData name="Agamya R Jain" userId="5379bb5ac236f65f" providerId="Windows Live" clId="Web-{00000000-0000-0000-0000-000000000000}" dt="2026-08-17T11:06:37.387" v="379" actId="1076"/>
          <ac:spMkLst>
            <pc:docMk/>
            <pc:sldMk cId="0" sldId="262"/>
            <ac:spMk id="11" creationId="{A6253507-41E1-436D-2D44-3BDB89C84E2F}"/>
          </ac:spMkLst>
        </pc:spChg>
        <pc:spChg chg="mod">
          <ac:chgData name="Agamya R Jain" userId="5379bb5ac236f65f" providerId="Windows Live" clId="Web-{00000000-0000-0000-0000-000000000000}" dt="2026-08-17T14:53:41.186" v="522" actId="1076"/>
          <ac:spMkLst>
            <pc:docMk/>
            <pc:sldMk cId="0" sldId="262"/>
            <ac:spMk id="12" creationId="{B318CBFF-2FA8-B9C0-5BCD-99259DF7040B}"/>
          </ac:spMkLst>
        </pc:spChg>
        <pc:spChg chg="add mod">
          <ac:chgData name="Agamya R Jain" userId="5379bb5ac236f65f" providerId="Windows Live" clId="Web-{00000000-0000-0000-0000-000000000000}" dt="2026-08-17T15:06:38.105" v="612" actId="20577"/>
          <ac:spMkLst>
            <pc:docMk/>
            <pc:sldMk cId="0" sldId="262"/>
            <ac:spMk id="20" creationId="{4A6B6A23-5527-60F6-45F7-F78090776B35}"/>
          </ac:spMkLst>
        </pc:spChg>
        <pc:spChg chg="add mod">
          <ac:chgData name="Agamya R Jain" userId="5379bb5ac236f65f" providerId="Windows Live" clId="Web-{00000000-0000-0000-0000-000000000000}" dt="2026-08-17T14:56:45.146" v="541" actId="20577"/>
          <ac:spMkLst>
            <pc:docMk/>
            <pc:sldMk cId="0" sldId="262"/>
            <ac:spMk id="21" creationId="{8860DDBD-16B6-2F8C-5B94-4EBE639C1002}"/>
          </ac:spMkLst>
        </pc:spChg>
        <pc:spChg chg="mod">
          <ac:chgData name="Agamya R Jain" userId="5379bb5ac236f65f" providerId="Windows Live" clId="Web-{00000000-0000-0000-0000-000000000000}" dt="2026-08-17T14:43:28.930" v="401" actId="20577"/>
          <ac:spMkLst>
            <pc:docMk/>
            <pc:sldMk cId="0" sldId="262"/>
            <ac:spMk id="33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5:07:10.841" v="618" actId="20577"/>
          <ac:spMkLst>
            <pc:docMk/>
            <pc:sldMk cId="0" sldId="262"/>
            <ac:spMk id="338" creationId="{00000000-0000-0000-0000-000000000000}"/>
          </ac:spMkLst>
        </pc:spChg>
        <pc:graphicFrameChg chg="add mod">
          <ac:chgData name="Agamya R Jain" userId="5379bb5ac236f65f" providerId="Windows Live" clId="Web-{00000000-0000-0000-0000-000000000000}" dt="2026-08-17T11:06:37.309" v="378" actId="1076"/>
          <ac:graphicFrameMkLst>
            <pc:docMk/>
            <pc:sldMk cId="0" sldId="262"/>
            <ac:graphicFrameMk id="2" creationId="{48F7A395-C27D-BF00-AB19-B798AE077338}"/>
          </ac:graphicFrameMkLst>
        </pc:graphicFrameChg>
        <pc:graphicFrameChg chg="add del mod">
          <ac:chgData name="Agamya R Jain" userId="5379bb5ac236f65f" providerId="Windows Live" clId="Web-{00000000-0000-0000-0000-000000000000}" dt="2026-08-17T11:10:57.014" v="389"/>
          <ac:graphicFrameMkLst>
            <pc:docMk/>
            <pc:sldMk cId="0" sldId="262"/>
            <ac:graphicFrameMk id="4" creationId="{31140C6A-1757-8452-56E6-3CAC9ACD27F3}"/>
          </ac:graphicFrameMkLst>
        </pc:graphicFrameChg>
        <pc:graphicFrameChg chg="add del mod">
          <ac:chgData name="Agamya R Jain" userId="5379bb5ac236f65f" providerId="Windows Live" clId="Web-{00000000-0000-0000-0000-000000000000}" dt="2026-08-17T10:49:03.675" v="331"/>
          <ac:graphicFrameMkLst>
            <pc:docMk/>
            <pc:sldMk cId="0" sldId="262"/>
            <ac:graphicFrameMk id="6" creationId="{1746C66D-363F-96D2-9C51-4E5A27376DEA}"/>
          </ac:graphicFrameMkLst>
        </pc:graphicFrameChg>
        <pc:picChg chg="add mod ord">
          <ac:chgData name="Agamya R Jain" userId="5379bb5ac236f65f" providerId="Windows Live" clId="Web-{00000000-0000-0000-0000-000000000000}" dt="2026-08-17T15:03:36.177" v="574" actId="14100"/>
          <ac:picMkLst>
            <pc:docMk/>
            <pc:sldMk cId="0" sldId="262"/>
            <ac:picMk id="13" creationId="{CFFE3E88-5473-76F8-9A0D-274B272C2A66}"/>
          </ac:picMkLst>
        </pc:picChg>
        <pc:picChg chg="add mod ord">
          <ac:chgData name="Agamya R Jain" userId="5379bb5ac236f65f" providerId="Windows Live" clId="Web-{00000000-0000-0000-0000-000000000000}" dt="2026-08-17T15:06:50.262" v="613" actId="14100"/>
          <ac:picMkLst>
            <pc:docMk/>
            <pc:sldMk cId="0" sldId="262"/>
            <ac:picMk id="16" creationId="{31FAA9E0-9E51-6832-3BAE-76AF2DCE1BD2}"/>
          </ac:picMkLst>
        </pc:picChg>
        <pc:picChg chg="add mod ord">
          <ac:chgData name="Agamya R Jain" userId="5379bb5ac236f65f" providerId="Windows Live" clId="Web-{00000000-0000-0000-0000-000000000000}" dt="2026-08-17T15:06:52.965" v="614" actId="14100"/>
          <ac:picMkLst>
            <pc:docMk/>
            <pc:sldMk cId="0" sldId="262"/>
            <ac:picMk id="19" creationId="{0AF1E8D2-3A56-2E28-A215-D9AFF922AFEF}"/>
          </ac:picMkLst>
        </pc:picChg>
      </pc:sldChg>
      <pc:sldChg chg="addSp delSp modSp add del">
        <pc:chgData name="Agamya R Jain" userId="5379bb5ac236f65f" providerId="Windows Live" clId="Web-{00000000-0000-0000-0000-000000000000}" dt="2026-08-17T16:17:10.237" v="1023"/>
        <pc:sldMkLst>
          <pc:docMk/>
          <pc:sldMk cId="0" sldId="263"/>
        </pc:sldMkLst>
        <pc:spChg chg="mod">
          <ac:chgData name="Agamya R Jain" userId="5379bb5ac236f65f" providerId="Windows Live" clId="Web-{00000000-0000-0000-0000-000000000000}" dt="2026-08-17T15:07:39.701" v="620" actId="14100"/>
          <ac:spMkLst>
            <pc:docMk/>
            <pc:sldMk cId="0" sldId="263"/>
            <ac:spMk id="40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5:52:25.596" v="817" actId="1076"/>
          <ac:spMkLst>
            <pc:docMk/>
            <pc:sldMk cId="0" sldId="263"/>
            <ac:spMk id="40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5:17:55.411" v="678" actId="20577"/>
          <ac:spMkLst>
            <pc:docMk/>
            <pc:sldMk cId="0" sldId="263"/>
            <ac:spMk id="40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5:35:50.481" v="780" actId="20577"/>
          <ac:spMkLst>
            <pc:docMk/>
            <pc:sldMk cId="0" sldId="263"/>
            <ac:spMk id="410" creationId="{00000000-0000-0000-0000-000000000000}"/>
          </ac:spMkLst>
        </pc:spChg>
        <pc:graphicFrameChg chg="add mod modGraphic">
          <ac:chgData name="Agamya R Jain" userId="5379bb5ac236f65f" providerId="Windows Live" clId="Web-{00000000-0000-0000-0000-000000000000}" dt="2026-08-17T16:17:10.237" v="1023"/>
          <ac:graphicFrameMkLst>
            <pc:docMk/>
            <pc:sldMk cId="0" sldId="263"/>
            <ac:graphicFrameMk id="2" creationId="{41A1778B-A77C-94E5-F0C9-E02111DD8328}"/>
          </ac:graphicFrameMkLst>
        </pc:graphicFrameChg>
      </pc:sldChg>
      <pc:sldChg chg="delSp modSp">
        <pc:chgData name="Agamya R Jain" userId="5379bb5ac236f65f" providerId="Windows Live" clId="Web-{00000000-0000-0000-0000-000000000000}" dt="2026-08-17T16:12:46.931" v="1002" actId="14100"/>
        <pc:sldMkLst>
          <pc:docMk/>
          <pc:sldMk cId="0" sldId="264"/>
        </pc:sldMkLst>
        <pc:spChg chg="mod">
          <ac:chgData name="Agamya R Jain" userId="5379bb5ac236f65f" providerId="Windows Live" clId="Web-{00000000-0000-0000-0000-000000000000}" dt="2026-08-17T16:12:46.931" v="1002" actId="14100"/>
          <ac:spMkLst>
            <pc:docMk/>
            <pc:sldMk cId="0" sldId="264"/>
            <ac:spMk id="44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09:19.715" v="941" actId="20577"/>
          <ac:spMkLst>
            <pc:docMk/>
            <pc:sldMk cId="0" sldId="264"/>
            <ac:spMk id="44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12:28.149" v="999" actId="1076"/>
          <ac:spMkLst>
            <pc:docMk/>
            <pc:sldMk cId="0" sldId="264"/>
            <ac:spMk id="44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12:37.883" v="1001" actId="20577"/>
          <ac:spMkLst>
            <pc:docMk/>
            <pc:sldMk cId="0" sldId="264"/>
            <ac:spMk id="449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10:56.067" v="964" actId="1076"/>
          <ac:spMkLst>
            <pc:docMk/>
            <pc:sldMk cId="0" sldId="264"/>
            <ac:spMk id="45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10:06.034" v="954" actId="1076"/>
          <ac:spMkLst>
            <pc:docMk/>
            <pc:sldMk cId="0" sldId="264"/>
            <ac:spMk id="45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10:34.598" v="960" actId="1076"/>
          <ac:spMkLst>
            <pc:docMk/>
            <pc:sldMk cId="0" sldId="264"/>
            <ac:spMk id="45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10:08.753" v="955" actId="1076"/>
          <ac:spMkLst>
            <pc:docMk/>
            <pc:sldMk cId="0" sldId="264"/>
            <ac:spMk id="460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10:18.769" v="957" actId="1076"/>
          <ac:spMkLst>
            <pc:docMk/>
            <pc:sldMk cId="0" sldId="264"/>
            <ac:spMk id="461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10:13.206" v="956" actId="1076"/>
          <ac:spMkLst>
            <pc:docMk/>
            <pc:sldMk cId="0" sldId="264"/>
            <ac:spMk id="463" creationId="{00000000-0000-0000-0000-000000000000}"/>
          </ac:spMkLst>
        </pc:spChg>
        <pc:graphicFrameChg chg="mod modGraphic">
          <ac:chgData name="Agamya R Jain" userId="5379bb5ac236f65f" providerId="Windows Live" clId="Web-{00000000-0000-0000-0000-000000000000}" dt="2026-08-17T16:12:19.492" v="998"/>
          <ac:graphicFrameMkLst>
            <pc:docMk/>
            <pc:sldMk cId="0" sldId="264"/>
            <ac:graphicFrameMk id="447" creationId="{00000000-0000-0000-0000-000000000000}"/>
          </ac:graphicFrameMkLst>
        </pc:graphicFrameChg>
        <pc:picChg chg="mod">
          <ac:chgData name="Agamya R Jain" userId="5379bb5ac236f65f" providerId="Windows Live" clId="Web-{00000000-0000-0000-0000-000000000000}" dt="2026-08-17T16:11:18.740" v="966" actId="1076"/>
          <ac:picMkLst>
            <pc:docMk/>
            <pc:sldMk cId="0" sldId="264"/>
            <ac:picMk id="484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17T16:11:38.006" v="968" actId="1076"/>
          <ac:picMkLst>
            <pc:docMk/>
            <pc:sldMk cId="0" sldId="264"/>
            <ac:picMk id="485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17T16:12:08.773" v="972" actId="1076"/>
          <ac:picMkLst>
            <pc:docMk/>
            <pc:sldMk cId="0" sldId="264"/>
            <ac:picMk id="486" creationId="{00000000-0000-0000-0000-000000000000}"/>
          </ac:picMkLst>
        </pc:picChg>
      </pc:sldChg>
      <pc:sldChg chg="addSp delSp modSp">
        <pc:chgData name="Agamya R Jain" userId="5379bb5ac236f65f" providerId="Windows Live" clId="Web-{00000000-0000-0000-0000-000000000000}" dt="2026-08-17T16:14:08.902" v="1008" actId="20577"/>
        <pc:sldMkLst>
          <pc:docMk/>
          <pc:sldMk cId="0" sldId="265"/>
        </pc:sldMkLst>
        <pc:spChg chg="mod">
          <ac:chgData name="Agamya R Jain" userId="5379bb5ac236f65f" providerId="Windows Live" clId="Web-{00000000-0000-0000-0000-000000000000}" dt="2026-08-17T16:08:53.839" v="939" actId="20577"/>
          <ac:spMkLst>
            <pc:docMk/>
            <pc:sldMk cId="0" sldId="265"/>
            <ac:spMk id="501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04:44.156" v="858" actId="14100"/>
          <ac:spMkLst>
            <pc:docMk/>
            <pc:sldMk cId="0" sldId="265"/>
            <ac:spMk id="50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06:43.738" v="901" actId="1076"/>
          <ac:spMkLst>
            <pc:docMk/>
            <pc:sldMk cId="0" sldId="265"/>
            <ac:spMk id="50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07:21.896" v="910" actId="1076"/>
          <ac:spMkLst>
            <pc:docMk/>
            <pc:sldMk cId="0" sldId="265"/>
            <ac:spMk id="50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13:56.808" v="1007" actId="20577"/>
          <ac:spMkLst>
            <pc:docMk/>
            <pc:sldMk cId="0" sldId="265"/>
            <ac:spMk id="51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7T16:14:08.902" v="1008" actId="20577"/>
          <ac:spMkLst>
            <pc:docMk/>
            <pc:sldMk cId="0" sldId="265"/>
            <ac:spMk id="519" creationId="{00000000-0000-0000-0000-000000000000}"/>
          </ac:spMkLst>
        </pc:spChg>
        <pc:picChg chg="mod">
          <ac:chgData name="Agamya R Jain" userId="5379bb5ac236f65f" providerId="Windows Live" clId="Web-{00000000-0000-0000-0000-000000000000}" dt="2026-08-17T16:04:39.499" v="856" actId="14100"/>
          <ac:picMkLst>
            <pc:docMk/>
            <pc:sldMk cId="0" sldId="265"/>
            <ac:picMk id="497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17T16:04:39.562" v="857" actId="14100"/>
          <ac:picMkLst>
            <pc:docMk/>
            <pc:sldMk cId="0" sldId="265"/>
            <ac:picMk id="498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17T16:07:14.880" v="909" actId="1076"/>
          <ac:picMkLst>
            <pc:docMk/>
            <pc:sldMk cId="0" sldId="265"/>
            <ac:picMk id="518" creationId="{00000000-0000-0000-0000-000000000000}"/>
          </ac:picMkLst>
        </pc:picChg>
      </pc:sldChg>
      <pc:sldChg chg="addSp delSp modSp mod setBg">
        <pc:chgData name="Agamya R Jain" userId="5379bb5ac236f65f" providerId="Windows Live" clId="Web-{00000000-0000-0000-0000-000000000000}" dt="2026-08-31T16:22:09.446" v="1099"/>
        <pc:sldMkLst>
          <pc:docMk/>
          <pc:sldMk cId="0" sldId="266"/>
        </pc:sldMkLst>
        <pc:spChg chg="add mod">
          <ac:chgData name="Agamya R Jain" userId="5379bb5ac236f65f" providerId="Windows Live" clId="Web-{00000000-0000-0000-0000-000000000000}" dt="2026-08-31T16:22:09.446" v="1099"/>
          <ac:spMkLst>
            <pc:docMk/>
            <pc:sldMk cId="0" sldId="266"/>
            <ac:spMk id="2" creationId="{2238B7B7-2305-1AFB-6439-41421472B53F}"/>
          </ac:spMkLst>
        </pc:spChg>
        <pc:spChg chg="mod">
          <ac:chgData name="Agamya R Jain" userId="5379bb5ac236f65f" providerId="Windows Live" clId="Web-{00000000-0000-0000-0000-000000000000}" dt="2026-08-31T16:20:58.585" v="1095" actId="1076"/>
          <ac:spMkLst>
            <pc:docMk/>
            <pc:sldMk cId="0" sldId="266"/>
            <ac:spMk id="553" creationId="{00000000-0000-0000-0000-000000000000}"/>
          </ac:spMkLst>
        </pc:spChg>
        <pc:spChg chg="del mod">
          <ac:chgData name="Agamya R Jain" userId="5379bb5ac236f65f" providerId="Windows Live" clId="Web-{00000000-0000-0000-0000-000000000000}" dt="2026-08-31T16:20:21.927" v="1062"/>
          <ac:spMkLst>
            <pc:docMk/>
            <pc:sldMk cId="0" sldId="266"/>
            <ac:spMk id="554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6:20:21.927" v="1061"/>
          <ac:spMkLst>
            <pc:docMk/>
            <pc:sldMk cId="0" sldId="266"/>
            <ac:spMk id="557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6:20:21.927" v="1060"/>
          <ac:spMkLst>
            <pc:docMk/>
            <pc:sldMk cId="0" sldId="266"/>
            <ac:spMk id="558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6:20:21.927" v="1059"/>
          <ac:spMkLst>
            <pc:docMk/>
            <pc:sldMk cId="0" sldId="266"/>
            <ac:spMk id="559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6:20:21.927" v="1058"/>
          <ac:spMkLst>
            <pc:docMk/>
            <pc:sldMk cId="0" sldId="266"/>
            <ac:spMk id="560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6:20:21.912" v="1057"/>
          <ac:spMkLst>
            <pc:docMk/>
            <pc:sldMk cId="0" sldId="266"/>
            <ac:spMk id="561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6:20:21.912" v="1056"/>
          <ac:spMkLst>
            <pc:docMk/>
            <pc:sldMk cId="0" sldId="266"/>
            <ac:spMk id="562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6:20:21.912" v="1055"/>
          <ac:spMkLst>
            <pc:docMk/>
            <pc:sldMk cId="0" sldId="266"/>
            <ac:spMk id="563" creationId="{00000000-0000-0000-0000-000000000000}"/>
          </ac:spMkLst>
        </pc:spChg>
        <pc:spChg chg="del">
          <ac:chgData name="Agamya R Jain" userId="5379bb5ac236f65f" providerId="Windows Live" clId="Web-{00000000-0000-0000-0000-000000000000}" dt="2026-08-31T16:20:21.912" v="1054"/>
          <ac:spMkLst>
            <pc:docMk/>
            <pc:sldMk cId="0" sldId="266"/>
            <ac:spMk id="564" creationId="{00000000-0000-0000-0000-000000000000}"/>
          </ac:spMkLst>
        </pc:spChg>
        <pc:picChg chg="del">
          <ac:chgData name="Agamya R Jain" userId="5379bb5ac236f65f" providerId="Windows Live" clId="Web-{00000000-0000-0000-0000-000000000000}" dt="2026-08-31T16:19:36.754" v="1052"/>
          <ac:picMkLst>
            <pc:docMk/>
            <pc:sldMk cId="0" sldId="266"/>
            <ac:picMk id="545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6:20:21.927" v="1066"/>
          <ac:picMkLst>
            <pc:docMk/>
            <pc:sldMk cId="0" sldId="266"/>
            <ac:picMk id="548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6:20:21.927" v="1065"/>
          <ac:picMkLst>
            <pc:docMk/>
            <pc:sldMk cId="0" sldId="266"/>
            <ac:picMk id="549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6:20:21.927" v="1064"/>
          <ac:picMkLst>
            <pc:docMk/>
            <pc:sldMk cId="0" sldId="266"/>
            <ac:picMk id="550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6:20:21.927" v="1063"/>
          <ac:picMkLst>
            <pc:docMk/>
            <pc:sldMk cId="0" sldId="266"/>
            <ac:picMk id="551" creationId="{00000000-0000-0000-0000-000000000000}"/>
          </ac:picMkLst>
        </pc:picChg>
        <pc:picChg chg="del mod">
          <ac:chgData name="Agamya R Jain" userId="5379bb5ac236f65f" providerId="Windows Live" clId="Web-{00000000-0000-0000-0000-000000000000}" dt="2026-08-31T16:19:40.942" v="1053"/>
          <ac:picMkLst>
            <pc:docMk/>
            <pc:sldMk cId="0" sldId="266"/>
            <ac:picMk id="552" creationId="{00000000-0000-0000-0000-000000000000}"/>
          </ac:picMkLst>
        </pc:picChg>
      </pc:sldChg>
    </pc:docChg>
  </pc:docChgLst>
  <pc:docChgLst>
    <pc:chgData name="Agamya R Jain" userId="5379bb5ac236f65f" providerId="Windows Live" clId="Web-{E32F44FC-D660-C6AF-4CEE-EF778368C311}"/>
    <pc:docChg chg="modSld">
      <pc:chgData name="Agamya R Jain" userId="5379bb5ac236f65f" providerId="Windows Live" clId="Web-{E32F44FC-D660-C6AF-4CEE-EF778368C311}" dt="2026-08-18T16:43:06.412" v="54" actId="20577"/>
      <pc:docMkLst>
        <pc:docMk/>
      </pc:docMkLst>
      <pc:sldChg chg="addSp modSp">
        <pc:chgData name="Agamya R Jain" userId="5379bb5ac236f65f" providerId="Windows Live" clId="Web-{E32F44FC-D660-C6AF-4CEE-EF778368C311}" dt="2026-08-18T16:42:03.238" v="50"/>
        <pc:sldMkLst>
          <pc:docMk/>
          <pc:sldMk cId="0" sldId="257"/>
        </pc:sldMkLst>
        <pc:spChg chg="mod">
          <ac:chgData name="Agamya R Jain" userId="5379bb5ac236f65f" providerId="Windows Live" clId="Web-{E32F44FC-D660-C6AF-4CEE-EF778368C311}" dt="2026-08-18T16:42:03.238" v="50"/>
          <ac:spMkLst>
            <pc:docMk/>
            <pc:sldMk cId="0" sldId="257"/>
            <ac:spMk id="113" creationId="{00000000-0000-0000-0000-000000000000}"/>
          </ac:spMkLst>
        </pc:spChg>
        <pc:spChg chg="mod">
          <ac:chgData name="Agamya R Jain" userId="5379bb5ac236f65f" providerId="Windows Live" clId="Web-{E32F44FC-D660-C6AF-4CEE-EF778368C311}" dt="2026-08-18T16:37:57.295" v="26" actId="1076"/>
          <ac:spMkLst>
            <pc:docMk/>
            <pc:sldMk cId="0" sldId="257"/>
            <ac:spMk id="117" creationId="{00000000-0000-0000-0000-000000000000}"/>
          </ac:spMkLst>
        </pc:spChg>
        <pc:spChg chg="mod">
          <ac:chgData name="Agamya R Jain" userId="5379bb5ac236f65f" providerId="Windows Live" clId="Web-{E32F44FC-D660-C6AF-4CEE-EF778368C311}" dt="2026-08-18T16:37:33.154" v="23" actId="1076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Agamya R Jain" userId="5379bb5ac236f65f" providerId="Windows Live" clId="Web-{E32F44FC-D660-C6AF-4CEE-EF778368C311}" dt="2026-08-18T16:39:46.829" v="39" actId="1076"/>
          <ac:spMkLst>
            <pc:docMk/>
            <pc:sldMk cId="0" sldId="257"/>
            <ac:spMk id="125" creationId="{00000000-0000-0000-0000-000000000000}"/>
          </ac:spMkLst>
        </pc:spChg>
        <pc:picChg chg="add mod">
          <ac:chgData name="Agamya R Jain" userId="5379bb5ac236f65f" providerId="Windows Live" clId="Web-{E32F44FC-D660-C6AF-4CEE-EF778368C311}" dt="2026-08-18T16:37:50.420" v="25" actId="1076"/>
          <ac:picMkLst>
            <pc:docMk/>
            <pc:sldMk cId="0" sldId="257"/>
            <ac:picMk id="2" creationId="{64F039D8-124B-5866-A843-0E6B793E6223}"/>
          </ac:picMkLst>
        </pc:picChg>
        <pc:picChg chg="add mod">
          <ac:chgData name="Agamya R Jain" userId="5379bb5ac236f65f" providerId="Windows Live" clId="Web-{E32F44FC-D660-C6AF-4CEE-EF778368C311}" dt="2026-08-18T16:39:13.219" v="34"/>
          <ac:picMkLst>
            <pc:docMk/>
            <pc:sldMk cId="0" sldId="257"/>
            <ac:picMk id="3" creationId="{C4EA8A7C-D191-2F64-E2C1-232210EC3738}"/>
          </ac:picMkLst>
        </pc:picChg>
        <pc:picChg chg="add mod">
          <ac:chgData name="Agamya R Jain" userId="5379bb5ac236f65f" providerId="Windows Live" clId="Web-{E32F44FC-D660-C6AF-4CEE-EF778368C311}" dt="2026-08-18T16:41:24.863" v="46"/>
          <ac:picMkLst>
            <pc:docMk/>
            <pc:sldMk cId="0" sldId="257"/>
            <ac:picMk id="4" creationId="{D5E9703E-5DCA-851A-4C35-34F05D86E1E1}"/>
          </ac:picMkLst>
        </pc:picChg>
      </pc:sldChg>
      <pc:sldChg chg="modSp">
        <pc:chgData name="Agamya R Jain" userId="5379bb5ac236f65f" providerId="Windows Live" clId="Web-{E32F44FC-D660-C6AF-4CEE-EF778368C311}" dt="2026-08-18T16:43:06.412" v="54" actId="20577"/>
        <pc:sldMkLst>
          <pc:docMk/>
          <pc:sldMk cId="0" sldId="262"/>
        </pc:sldMkLst>
        <pc:spChg chg="mod">
          <ac:chgData name="Agamya R Jain" userId="5379bb5ac236f65f" providerId="Windows Live" clId="Web-{E32F44FC-D660-C6AF-4CEE-EF778368C311}" dt="2026-08-18T16:43:06.412" v="54" actId="20577"/>
          <ac:spMkLst>
            <pc:docMk/>
            <pc:sldMk cId="0" sldId="262"/>
            <ac:spMk id="335" creationId="{00000000-0000-0000-0000-000000000000}"/>
          </ac:spMkLst>
        </pc:spChg>
      </pc:sldChg>
    </pc:docChg>
  </pc:docChgLst>
  <pc:docChgLst>
    <pc:chgData name="Agamya R Jain" userId="5379bb5ac236f65f" providerId="Windows Live" clId="Web-{6AE5E1B7-4B5C-7273-EB50-9F785CAC494F}"/>
    <pc:docChg chg="modSld">
      <pc:chgData name="Agamya R Jain" userId="5379bb5ac236f65f" providerId="Windows Live" clId="Web-{6AE5E1B7-4B5C-7273-EB50-9F785CAC494F}" dt="2026-08-15T16:12:38.445" v="180" actId="20577"/>
      <pc:docMkLst>
        <pc:docMk/>
      </pc:docMkLst>
      <pc:sldChg chg="modSp">
        <pc:chgData name="Agamya R Jain" userId="5379bb5ac236f65f" providerId="Windows Live" clId="Web-{6AE5E1B7-4B5C-7273-EB50-9F785CAC494F}" dt="2026-08-15T16:11:01.363" v="171" actId="14100"/>
        <pc:sldMkLst>
          <pc:docMk/>
          <pc:sldMk cId="0" sldId="259"/>
        </pc:sldMkLst>
        <pc:spChg chg="mod">
          <ac:chgData name="Agamya R Jain" userId="5379bb5ac236f65f" providerId="Windows Live" clId="Web-{6AE5E1B7-4B5C-7273-EB50-9F785CAC494F}" dt="2026-08-15T16:11:01.363" v="171" actId="14100"/>
          <ac:spMkLst>
            <pc:docMk/>
            <pc:sldMk cId="0" sldId="259"/>
            <ac:spMk id="196" creationId="{00000000-0000-0000-0000-000000000000}"/>
          </ac:spMkLst>
        </pc:spChg>
        <pc:spChg chg="mod">
          <ac:chgData name="Agamya R Jain" userId="5379bb5ac236f65f" providerId="Windows Live" clId="Web-{6AE5E1B7-4B5C-7273-EB50-9F785CAC494F}" dt="2026-08-15T16:09:30.172" v="162" actId="20577"/>
          <ac:spMkLst>
            <pc:docMk/>
            <pc:sldMk cId="0" sldId="259"/>
            <ac:spMk id="203" creationId="{00000000-0000-0000-0000-000000000000}"/>
          </ac:spMkLst>
        </pc:spChg>
        <pc:spChg chg="mod">
          <ac:chgData name="Agamya R Jain" userId="5379bb5ac236f65f" providerId="Windows Live" clId="Web-{6AE5E1B7-4B5C-7273-EB50-9F785CAC494F}" dt="2026-08-15T16:10:41.722" v="168" actId="1076"/>
          <ac:spMkLst>
            <pc:docMk/>
            <pc:sldMk cId="0" sldId="259"/>
            <ac:spMk id="204" creationId="{00000000-0000-0000-0000-000000000000}"/>
          </ac:spMkLst>
        </pc:spChg>
        <pc:spChg chg="mod">
          <ac:chgData name="Agamya R Jain" userId="5379bb5ac236f65f" providerId="Windows Live" clId="Web-{6AE5E1B7-4B5C-7273-EB50-9F785CAC494F}" dt="2026-08-15T16:10:47.300" v="170" actId="1076"/>
          <ac:spMkLst>
            <pc:docMk/>
            <pc:sldMk cId="0" sldId="259"/>
            <ac:spMk id="205" creationId="{00000000-0000-0000-0000-000000000000}"/>
          </ac:spMkLst>
        </pc:spChg>
        <pc:picChg chg="mod">
          <ac:chgData name="Agamya R Jain" userId="5379bb5ac236f65f" providerId="Windows Live" clId="Web-{6AE5E1B7-4B5C-7273-EB50-9F785CAC494F}" dt="2026-08-15T16:10:41.800" v="169" actId="1076"/>
          <ac:picMkLst>
            <pc:docMk/>
            <pc:sldMk cId="0" sldId="259"/>
            <ac:picMk id="2" creationId="{B623205A-D384-1DA5-98E5-25DAC7DFDAAA}"/>
          </ac:picMkLst>
        </pc:picChg>
        <pc:picChg chg="mod">
          <ac:chgData name="Agamya R Jain" userId="5379bb5ac236f65f" providerId="Windows Live" clId="Web-{6AE5E1B7-4B5C-7273-EB50-9F785CAC494F}" dt="2026-08-15T16:10:33.174" v="167" actId="14100"/>
          <ac:picMkLst>
            <pc:docMk/>
            <pc:sldMk cId="0" sldId="259"/>
            <ac:picMk id="184" creationId="{00000000-0000-0000-0000-000000000000}"/>
          </ac:picMkLst>
        </pc:picChg>
      </pc:sldChg>
      <pc:sldChg chg="addSp delSp modSp">
        <pc:chgData name="Agamya R Jain" userId="5379bb5ac236f65f" providerId="Windows Live" clId="Web-{6AE5E1B7-4B5C-7273-EB50-9F785CAC494F}" dt="2026-08-15T16:12:38.445" v="180" actId="20577"/>
        <pc:sldMkLst>
          <pc:docMk/>
          <pc:sldMk cId="0" sldId="260"/>
        </pc:sldMkLst>
        <pc:spChg chg="add mod">
          <ac:chgData name="Agamya R Jain" userId="5379bb5ac236f65f" providerId="Windows Live" clId="Web-{6AE5E1B7-4B5C-7273-EB50-9F785CAC494F}" dt="2026-08-15T15:36:16.936" v="80" actId="20577"/>
          <ac:spMkLst>
            <pc:docMk/>
            <pc:sldMk cId="0" sldId="260"/>
            <ac:spMk id="5" creationId="{3633F2A0-7F56-062D-BDE4-13140456F00D}"/>
          </ac:spMkLst>
        </pc:spChg>
        <pc:spChg chg="mod">
          <ac:chgData name="Agamya R Jain" userId="5379bb5ac236f65f" providerId="Windows Live" clId="Web-{6AE5E1B7-4B5C-7273-EB50-9F785CAC494F}" dt="2026-08-15T15:38:03.205" v="101" actId="14100"/>
          <ac:spMkLst>
            <pc:docMk/>
            <pc:sldMk cId="0" sldId="260"/>
            <ac:spMk id="225" creationId="{00000000-0000-0000-0000-000000000000}"/>
          </ac:spMkLst>
        </pc:spChg>
        <pc:spChg chg="mod">
          <ac:chgData name="Agamya R Jain" userId="5379bb5ac236f65f" providerId="Windows Live" clId="Web-{6AE5E1B7-4B5C-7273-EB50-9F785CAC494F}" dt="2026-08-15T16:12:38.445" v="180" actId="20577"/>
          <ac:spMkLst>
            <pc:docMk/>
            <pc:sldMk cId="0" sldId="260"/>
            <ac:spMk id="236" creationId="{00000000-0000-0000-0000-000000000000}"/>
          </ac:spMkLst>
        </pc:spChg>
        <pc:spChg chg="mod">
          <ac:chgData name="Agamya R Jain" userId="5379bb5ac236f65f" providerId="Windows Live" clId="Web-{6AE5E1B7-4B5C-7273-EB50-9F785CAC494F}" dt="2026-08-15T16:12:08.600" v="179" actId="1076"/>
          <ac:spMkLst>
            <pc:docMk/>
            <pc:sldMk cId="0" sldId="260"/>
            <ac:spMk id="237" creationId="{00000000-0000-0000-0000-000000000000}"/>
          </ac:spMkLst>
        </pc:spChg>
        <pc:spChg chg="mod">
          <ac:chgData name="Agamya R Jain" userId="5379bb5ac236f65f" providerId="Windows Live" clId="Web-{6AE5E1B7-4B5C-7273-EB50-9F785CAC494F}" dt="2026-08-15T15:37:40.142" v="100" actId="1076"/>
          <ac:spMkLst>
            <pc:docMk/>
            <pc:sldMk cId="0" sldId="260"/>
            <ac:spMk id="238" creationId="{00000000-0000-0000-0000-000000000000}"/>
          </ac:spMkLst>
        </pc:spChg>
        <pc:spChg chg="mod">
          <ac:chgData name="Agamya R Jain" userId="5379bb5ac236f65f" providerId="Windows Live" clId="Web-{6AE5E1B7-4B5C-7273-EB50-9F785CAC494F}" dt="2026-08-15T15:36:57.453" v="88" actId="20577"/>
          <ac:spMkLst>
            <pc:docMk/>
            <pc:sldMk cId="0" sldId="260"/>
            <ac:spMk id="239" creationId="{00000000-0000-0000-0000-000000000000}"/>
          </ac:spMkLst>
        </pc:spChg>
        <pc:graphicFrameChg chg="mod modGraphic">
          <ac:chgData name="Agamya R Jain" userId="5379bb5ac236f65f" providerId="Windows Live" clId="Web-{6AE5E1B7-4B5C-7273-EB50-9F785CAC494F}" dt="2026-08-15T16:04:51.426" v="149"/>
          <ac:graphicFrameMkLst>
            <pc:docMk/>
            <pc:sldMk cId="0" sldId="260"/>
            <ac:graphicFrameMk id="228" creationId="{00000000-0000-0000-0000-000000000000}"/>
          </ac:graphicFrameMkLst>
        </pc:graphicFrameChg>
        <pc:picChg chg="mod">
          <ac:chgData name="Agamya R Jain" userId="5379bb5ac236f65f" providerId="Windows Live" clId="Web-{6AE5E1B7-4B5C-7273-EB50-9F785CAC494F}" dt="2026-08-15T16:03:02.249" v="142" actId="14100"/>
          <ac:picMkLst>
            <pc:docMk/>
            <pc:sldMk cId="0" sldId="260"/>
            <ac:picMk id="221" creationId="{00000000-0000-0000-0000-000000000000}"/>
          </ac:picMkLst>
        </pc:picChg>
        <pc:picChg chg="mod">
          <ac:chgData name="Agamya R Jain" userId="5379bb5ac236f65f" providerId="Windows Live" clId="Web-{6AE5E1B7-4B5C-7273-EB50-9F785CAC494F}" dt="2026-08-15T15:59:15.988" v="117" actId="1076"/>
          <ac:picMkLst>
            <pc:docMk/>
            <pc:sldMk cId="0" sldId="260"/>
            <ac:picMk id="260" creationId="{00000000-0000-0000-0000-000000000000}"/>
          </ac:picMkLst>
        </pc:picChg>
        <pc:picChg chg="mod">
          <ac:chgData name="Agamya R Jain" userId="5379bb5ac236f65f" providerId="Windows Live" clId="Web-{6AE5E1B7-4B5C-7273-EB50-9F785CAC494F}" dt="2026-08-15T15:37:33.673" v="99" actId="1076"/>
          <ac:picMkLst>
            <pc:docMk/>
            <pc:sldMk cId="0" sldId="260"/>
            <ac:picMk id="261" creationId="{00000000-0000-0000-0000-000000000000}"/>
          </ac:picMkLst>
        </pc:picChg>
      </pc:sldChg>
    </pc:docChg>
  </pc:docChgLst>
  <pc:docChgLst>
    <pc:chgData name="Agamya R Jain" userId="5379bb5ac236f65f" providerId="Windows Live" clId="Web-{2E0C07BD-3383-B1DE-6AA0-270711EF9942}"/>
    <pc:docChg chg="modSld">
      <pc:chgData name="Agamya R Jain" userId="5379bb5ac236f65f" providerId="Windows Live" clId="Web-{2E0C07BD-3383-B1DE-6AA0-270711EF9942}" dt="2026-08-13T07:41:36.406" v="3" actId="14100"/>
      <pc:docMkLst>
        <pc:docMk/>
      </pc:docMkLst>
      <pc:sldChg chg="addSp modSp">
        <pc:chgData name="Agamya R Jain" userId="5379bb5ac236f65f" providerId="Windows Live" clId="Web-{2E0C07BD-3383-B1DE-6AA0-270711EF9942}" dt="2026-08-13T07:41:36.406" v="3" actId="14100"/>
        <pc:sldMkLst>
          <pc:docMk/>
          <pc:sldMk cId="0" sldId="256"/>
        </pc:sldMkLst>
      </pc:sldChg>
    </pc:docChg>
  </pc:docChgLst>
  <pc:docChgLst>
    <pc:chgData name="Agamya R Jain" userId="5379bb5ac236f65f" providerId="Windows Live" clId="Web-{22D40E01-8C9B-4B03-AC80-11DE9767FFDE}"/>
    <pc:docChg chg="modSld">
      <pc:chgData name="Agamya R Jain" userId="5379bb5ac236f65f" providerId="Windows Live" clId="Web-{22D40E01-8C9B-4B03-AC80-11DE9767FFDE}" dt="2026-08-16T11:10:07.368" v="31" actId="1076"/>
      <pc:docMkLst>
        <pc:docMk/>
      </pc:docMkLst>
      <pc:sldChg chg="modSp">
        <pc:chgData name="Agamya R Jain" userId="5379bb5ac236f65f" providerId="Windows Live" clId="Web-{22D40E01-8C9B-4B03-AC80-11DE9767FFDE}" dt="2026-08-16T11:10:07.368" v="31" actId="1076"/>
        <pc:sldMkLst>
          <pc:docMk/>
          <pc:sldMk cId="0" sldId="261"/>
        </pc:sldMkLst>
        <pc:spChg chg="mod">
          <ac:chgData name="Agamya R Jain" userId="5379bb5ac236f65f" providerId="Windows Live" clId="Web-{22D40E01-8C9B-4B03-AC80-11DE9767FFDE}" dt="2026-08-16T11:08:22.023" v="8" actId="20577"/>
          <ac:spMkLst>
            <pc:docMk/>
            <pc:sldMk cId="0" sldId="261"/>
            <ac:spMk id="289" creationId="{00000000-0000-0000-0000-000000000000}"/>
          </ac:spMkLst>
        </pc:spChg>
        <pc:spChg chg="mod">
          <ac:chgData name="Agamya R Jain" userId="5379bb5ac236f65f" providerId="Windows Live" clId="Web-{22D40E01-8C9B-4B03-AC80-11DE9767FFDE}" dt="2026-08-16T11:09:33.211" v="24" actId="1076"/>
          <ac:spMkLst>
            <pc:docMk/>
            <pc:sldMk cId="0" sldId="261"/>
            <ac:spMk id="290" creationId="{00000000-0000-0000-0000-000000000000}"/>
          </ac:spMkLst>
        </pc:spChg>
        <pc:spChg chg="mod">
          <ac:chgData name="Agamya R Jain" userId="5379bb5ac236f65f" providerId="Windows Live" clId="Web-{22D40E01-8C9B-4B03-AC80-11DE9767FFDE}" dt="2026-08-16T11:09:37.196" v="25" actId="1076"/>
          <ac:spMkLst>
            <pc:docMk/>
            <pc:sldMk cId="0" sldId="261"/>
            <ac:spMk id="291" creationId="{00000000-0000-0000-0000-000000000000}"/>
          </ac:spMkLst>
        </pc:spChg>
        <pc:picChg chg="mod">
          <ac:chgData name="Agamya R Jain" userId="5379bb5ac236f65f" providerId="Windows Live" clId="Web-{22D40E01-8C9B-4B03-AC80-11DE9767FFDE}" dt="2026-08-16T11:08:40.133" v="12" actId="14100"/>
          <ac:picMkLst>
            <pc:docMk/>
            <pc:sldMk cId="0" sldId="261"/>
            <ac:picMk id="272" creationId="{00000000-0000-0000-0000-000000000000}"/>
          </ac:picMkLst>
        </pc:picChg>
        <pc:picChg chg="mod">
          <ac:chgData name="Agamya R Jain" userId="5379bb5ac236f65f" providerId="Windows Live" clId="Web-{22D40E01-8C9B-4B03-AC80-11DE9767FFDE}" dt="2026-08-16T11:10:07.368" v="31" actId="1076"/>
          <ac:picMkLst>
            <pc:docMk/>
            <pc:sldMk cId="0" sldId="261"/>
            <ac:picMk id="273" creationId="{00000000-0000-0000-0000-000000000000}"/>
          </ac:picMkLst>
        </pc:picChg>
      </pc:sldChg>
    </pc:docChg>
  </pc:docChgLst>
  <pc:docChgLst>
    <pc:chgData name="Agamya R Jain" userId="5379bb5ac236f65f" providerId="Windows Live" clId="Web-{B176C6FD-9A0C-422B-BAEC-21CCFD227EAD}"/>
    <pc:docChg chg="modSld">
      <pc:chgData name="Agamya R Jain" userId="5379bb5ac236f65f" providerId="Windows Live" clId="Web-{B176C6FD-9A0C-422B-BAEC-21CCFD227EAD}" dt="2026-08-16T11:04:10.997" v="432" actId="1076"/>
      <pc:docMkLst>
        <pc:docMk/>
      </pc:docMkLst>
      <pc:sldChg chg="modSp">
        <pc:chgData name="Agamya R Jain" userId="5379bb5ac236f65f" providerId="Windows Live" clId="Web-{B176C6FD-9A0C-422B-BAEC-21CCFD227EAD}" dt="2026-08-16T10:06:20.465" v="69" actId="1076"/>
        <pc:sldMkLst>
          <pc:docMk/>
          <pc:sldMk cId="0" sldId="260"/>
        </pc:sldMkLst>
        <pc:spChg chg="mod">
          <ac:chgData name="Agamya R Jain" userId="5379bb5ac236f65f" providerId="Windows Live" clId="Web-{B176C6FD-9A0C-422B-BAEC-21CCFD227EAD}" dt="2026-08-16T10:06:20.465" v="69" actId="1076"/>
          <ac:spMkLst>
            <pc:docMk/>
            <pc:sldMk cId="0" sldId="260"/>
            <ac:spMk id="5" creationId="{3633F2A0-7F56-062D-BDE4-13140456F00D}"/>
          </ac:spMkLst>
        </pc:spChg>
      </pc:sldChg>
      <pc:sldChg chg="addSp delSp modSp">
        <pc:chgData name="Agamya R Jain" userId="5379bb5ac236f65f" providerId="Windows Live" clId="Web-{B176C6FD-9A0C-422B-BAEC-21CCFD227EAD}" dt="2026-08-16T11:04:10.997" v="432" actId="1076"/>
        <pc:sldMkLst>
          <pc:docMk/>
          <pc:sldMk cId="0" sldId="261"/>
        </pc:sldMkLst>
        <pc:spChg chg="mod">
          <ac:chgData name="Agamya R Jain" userId="5379bb5ac236f65f" providerId="Windows Live" clId="Web-{B176C6FD-9A0C-422B-BAEC-21CCFD227EAD}" dt="2026-08-16T10:40:08.438" v="254" actId="14100"/>
          <ac:spMkLst>
            <pc:docMk/>
            <pc:sldMk cId="0" sldId="261"/>
            <ac:spMk id="277" creationId="{00000000-0000-0000-0000-000000000000}"/>
          </ac:spMkLst>
        </pc:spChg>
        <pc:spChg chg="mod">
          <ac:chgData name="Agamya R Jain" userId="5379bb5ac236f65f" providerId="Windows Live" clId="Web-{B176C6FD-9A0C-422B-BAEC-21CCFD227EAD}" dt="2026-08-16T10:39:44.468" v="252" actId="20577"/>
          <ac:spMkLst>
            <pc:docMk/>
            <pc:sldMk cId="0" sldId="261"/>
            <ac:spMk id="279" creationId="{00000000-0000-0000-0000-000000000000}"/>
          </ac:spMkLst>
        </pc:spChg>
        <pc:spChg chg="mod">
          <ac:chgData name="Agamya R Jain" userId="5379bb5ac236f65f" providerId="Windows Live" clId="Web-{B176C6FD-9A0C-422B-BAEC-21CCFD227EAD}" dt="2026-08-16T11:02:38.308" v="431" actId="20577"/>
          <ac:spMkLst>
            <pc:docMk/>
            <pc:sldMk cId="0" sldId="261"/>
            <ac:spMk id="281" creationId="{00000000-0000-0000-0000-000000000000}"/>
          </ac:spMkLst>
        </pc:spChg>
        <pc:spChg chg="mod">
          <ac:chgData name="Agamya R Jain" userId="5379bb5ac236f65f" providerId="Windows Live" clId="Web-{B176C6FD-9A0C-422B-BAEC-21CCFD227EAD}" dt="2026-08-16T10:25:28.731" v="90" actId="14100"/>
          <ac:spMkLst>
            <pc:docMk/>
            <pc:sldMk cId="0" sldId="261"/>
            <ac:spMk id="282" creationId="{00000000-0000-0000-0000-000000000000}"/>
          </ac:spMkLst>
        </pc:spChg>
        <pc:spChg chg="mod">
          <ac:chgData name="Agamya R Jain" userId="5379bb5ac236f65f" providerId="Windows Live" clId="Web-{B176C6FD-9A0C-422B-BAEC-21CCFD227EAD}" dt="2026-08-16T10:59:30.225" v="411"/>
          <ac:spMkLst>
            <pc:docMk/>
            <pc:sldMk cId="0" sldId="261"/>
            <ac:spMk id="288" creationId="{00000000-0000-0000-0000-000000000000}"/>
          </ac:spMkLst>
        </pc:spChg>
        <pc:spChg chg="mod">
          <ac:chgData name="Agamya R Jain" userId="5379bb5ac236f65f" providerId="Windows Live" clId="Web-{B176C6FD-9A0C-422B-BAEC-21CCFD227EAD}" dt="2026-08-16T10:44:18.850" v="289" actId="1076"/>
          <ac:spMkLst>
            <pc:docMk/>
            <pc:sldMk cId="0" sldId="261"/>
            <ac:spMk id="289" creationId="{00000000-0000-0000-0000-000000000000}"/>
          </ac:spMkLst>
        </pc:spChg>
        <pc:spChg chg="mod">
          <ac:chgData name="Agamya R Jain" userId="5379bb5ac236f65f" providerId="Windows Live" clId="Web-{B176C6FD-9A0C-422B-BAEC-21CCFD227EAD}" dt="2026-08-16T11:04:10.997" v="432" actId="1076"/>
          <ac:spMkLst>
            <pc:docMk/>
            <pc:sldMk cId="0" sldId="261"/>
            <ac:spMk id="290" creationId="{00000000-0000-0000-0000-000000000000}"/>
          </ac:spMkLst>
        </pc:spChg>
        <pc:spChg chg="mod">
          <ac:chgData name="Agamya R Jain" userId="5379bb5ac236f65f" providerId="Windows Live" clId="Web-{B176C6FD-9A0C-422B-BAEC-21CCFD227EAD}" dt="2026-08-16T10:45:56.352" v="305" actId="20577"/>
          <ac:spMkLst>
            <pc:docMk/>
            <pc:sldMk cId="0" sldId="261"/>
            <ac:spMk id="291" creationId="{00000000-0000-0000-0000-000000000000}"/>
          </ac:spMkLst>
        </pc:spChg>
        <pc:spChg chg="mod">
          <ac:chgData name="Agamya R Jain" userId="5379bb5ac236f65f" providerId="Windows Live" clId="Web-{B176C6FD-9A0C-422B-BAEC-21CCFD227EAD}" dt="2026-08-16T10:37:44.589" v="216" actId="20577"/>
          <ac:spMkLst>
            <pc:docMk/>
            <pc:sldMk cId="0" sldId="261"/>
            <ac:spMk id="293" creationId="{00000000-0000-0000-0000-000000000000}"/>
          </ac:spMkLst>
        </pc:spChg>
        <pc:graphicFrameChg chg="add mod">
          <ac:chgData name="Agamya R Jain" userId="5379bb5ac236f65f" providerId="Windows Live" clId="Web-{B176C6FD-9A0C-422B-BAEC-21CCFD227EAD}" dt="2026-08-16T10:25:34.935" v="91" actId="1076"/>
          <ac:graphicFrameMkLst>
            <pc:docMk/>
            <pc:sldMk cId="0" sldId="261"/>
            <ac:graphicFrameMk id="3" creationId="{365E89CB-A4E4-D56B-5BAE-52BCF9ADEB5F}"/>
          </ac:graphicFrameMkLst>
        </pc:graphicFrameChg>
        <pc:graphicFrameChg chg="add mod modGraphic">
          <ac:chgData name="Agamya R Jain" userId="5379bb5ac236f65f" providerId="Windows Live" clId="Web-{B176C6FD-9A0C-422B-BAEC-21CCFD227EAD}" dt="2026-08-16T10:56:27.580" v="401"/>
          <ac:graphicFrameMkLst>
            <pc:docMk/>
            <pc:sldMk cId="0" sldId="261"/>
            <ac:graphicFrameMk id="7" creationId="{DF194824-43B4-C65C-481F-8B9AD0A6FA7A}"/>
          </ac:graphicFrameMkLst>
        </pc:graphicFrameChg>
        <pc:picChg chg="add mod">
          <ac:chgData name="Agamya R Jain" userId="5379bb5ac236f65f" providerId="Windows Live" clId="Web-{B176C6FD-9A0C-422B-BAEC-21CCFD227EAD}" dt="2026-08-16T10:26:11.467" v="97" actId="14100"/>
          <ac:picMkLst>
            <pc:docMk/>
            <pc:sldMk cId="0" sldId="261"/>
            <ac:picMk id="2" creationId="{9D99C130-0D07-CEAD-AD4D-F1820BE38095}"/>
          </ac:picMkLst>
        </pc:picChg>
        <pc:picChg chg="mod">
          <ac:chgData name="Agamya R Jain" userId="5379bb5ac236f65f" providerId="Windows Live" clId="Web-{B176C6FD-9A0C-422B-BAEC-21CCFD227EAD}" dt="2026-08-16T10:05:21.429" v="61" actId="14100"/>
          <ac:picMkLst>
            <pc:docMk/>
            <pc:sldMk cId="0" sldId="261"/>
            <ac:picMk id="271" creationId="{00000000-0000-0000-0000-000000000000}"/>
          </ac:picMkLst>
        </pc:picChg>
        <pc:picChg chg="mod">
          <ac:chgData name="Agamya R Jain" userId="5379bb5ac236f65f" providerId="Windows Live" clId="Web-{B176C6FD-9A0C-422B-BAEC-21CCFD227EAD}" dt="2026-08-16T10:42:54.348" v="273" actId="14100"/>
          <ac:picMkLst>
            <pc:docMk/>
            <pc:sldMk cId="0" sldId="261"/>
            <ac:picMk id="272" creationId="{00000000-0000-0000-0000-000000000000}"/>
          </ac:picMkLst>
        </pc:picChg>
        <pc:picChg chg="mod">
          <ac:chgData name="Agamya R Jain" userId="5379bb5ac236f65f" providerId="Windows Live" clId="Web-{B176C6FD-9A0C-422B-BAEC-21CCFD227EAD}" dt="2026-08-16T10:43:28.958" v="279" actId="14100"/>
          <ac:picMkLst>
            <pc:docMk/>
            <pc:sldMk cId="0" sldId="261"/>
            <ac:picMk id="273" creationId="{00000000-0000-0000-0000-000000000000}"/>
          </ac:picMkLst>
        </pc:picChg>
      </pc:sldChg>
    </pc:docChg>
  </pc:docChgLst>
  <pc:docChgLst>
    <pc:chgData name="Agamya R Jain" userId="5379bb5ac236f65f" providerId="Windows Live" clId="Web-{EE18A757-C33F-6A14-9AC6-75DE6A11C232}"/>
    <pc:docChg chg="modSld">
      <pc:chgData name="Agamya R Jain" userId="5379bb5ac236f65f" providerId="Windows Live" clId="Web-{EE18A757-C33F-6A14-9AC6-75DE6A11C232}" dt="2026-08-16T14:14:56.555" v="60" actId="1076"/>
      <pc:docMkLst>
        <pc:docMk/>
      </pc:docMkLst>
      <pc:sldChg chg="addSp delSp modSp">
        <pc:chgData name="Agamya R Jain" userId="5379bb5ac236f65f" providerId="Windows Live" clId="Web-{EE18A757-C33F-6A14-9AC6-75DE6A11C232}" dt="2026-08-16T14:13:30.538" v="6" actId="14100"/>
        <pc:sldMkLst>
          <pc:docMk/>
          <pc:sldMk cId="0" sldId="261"/>
        </pc:sldMkLst>
        <pc:graphicFrameChg chg="del">
          <ac:chgData name="Agamya R Jain" userId="5379bb5ac236f65f" providerId="Windows Live" clId="Web-{EE18A757-C33F-6A14-9AC6-75DE6A11C232}" dt="2026-08-16T14:13:09.335" v="2"/>
          <ac:graphicFrameMkLst>
            <pc:docMk/>
            <pc:sldMk cId="0" sldId="261"/>
            <ac:graphicFrameMk id="3" creationId="{365E89CB-A4E4-D56B-5BAE-52BCF9ADEB5F}"/>
          </ac:graphicFrameMkLst>
        </pc:graphicFrameChg>
      </pc:sldChg>
      <pc:sldChg chg="delSp modSp">
        <pc:chgData name="Agamya R Jain" userId="5379bb5ac236f65f" providerId="Windows Live" clId="Web-{EE18A757-C33F-6A14-9AC6-75DE6A11C232}" dt="2026-08-16T14:14:56.555" v="60" actId="1076"/>
        <pc:sldMkLst>
          <pc:docMk/>
          <pc:sldMk cId="0" sldId="262"/>
        </pc:sldMkLst>
      </pc:sldChg>
    </pc:docChg>
  </pc:docChgLst>
  <pc:docChgLst>
    <pc:chgData name="Agamya R Jain" userId="5379bb5ac236f65f" providerId="Windows Live" clId="Web-{ABA2292D-09D2-9002-6DDA-158ECFC8385F}"/>
    <pc:docChg chg="modSld">
      <pc:chgData name="Agamya R Jain" userId="5379bb5ac236f65f" providerId="Windows Live" clId="Web-{ABA2292D-09D2-9002-6DDA-158ECFC8385F}" dt="2026-08-17T09:05:25.596" v="0" actId="14100"/>
      <pc:docMkLst>
        <pc:docMk/>
      </pc:docMkLst>
      <pc:sldChg chg="modSp">
        <pc:chgData name="Agamya R Jain" userId="5379bb5ac236f65f" providerId="Windows Live" clId="Web-{ABA2292D-09D2-9002-6DDA-158ECFC8385F}" dt="2026-08-17T09:05:25.596" v="0" actId="14100"/>
        <pc:sldMkLst>
          <pc:docMk/>
          <pc:sldMk cId="0" sldId="257"/>
        </pc:sldMkLst>
        <pc:spChg chg="mod">
          <ac:chgData name="Agamya R Jain" userId="5379bb5ac236f65f" providerId="Windows Live" clId="Web-{ABA2292D-09D2-9002-6DDA-158ECFC8385F}" dt="2026-08-17T09:05:25.596" v="0" actId="14100"/>
          <ac:spMkLst>
            <pc:docMk/>
            <pc:sldMk cId="0" sldId="257"/>
            <ac:spMk id="111" creationId="{00000000-0000-0000-0000-000000000000}"/>
          </ac:spMkLst>
        </pc:spChg>
      </pc:sldChg>
    </pc:docChg>
  </pc:docChgLst>
  <pc:docChgLst>
    <pc:chgData name="Agamya R Jain" userId="5379bb5ac236f65f" providerId="Windows Live" clId="Web-{76400905-6685-3743-CB7A-E0ED4D94B4FB}"/>
    <pc:docChg chg="modSld">
      <pc:chgData name="Agamya R Jain" userId="5379bb5ac236f65f" providerId="Windows Live" clId="Web-{76400905-6685-3743-CB7A-E0ED4D94B4FB}" dt="2026-08-17T04:03:27.292" v="33"/>
      <pc:docMkLst>
        <pc:docMk/>
      </pc:docMkLst>
      <pc:sldChg chg="addSp delSp modSp">
        <pc:chgData name="Agamya R Jain" userId="5379bb5ac236f65f" providerId="Windows Live" clId="Web-{76400905-6685-3743-CB7A-E0ED4D94B4FB}" dt="2026-08-17T04:03:27.292" v="33"/>
        <pc:sldMkLst>
          <pc:docMk/>
          <pc:sldMk cId="0" sldId="262"/>
        </pc:sldMkLst>
        <pc:spChg chg="mod">
          <ac:chgData name="Agamya R Jain" userId="5379bb5ac236f65f" providerId="Windows Live" clId="Web-{76400905-6685-3743-CB7A-E0ED4D94B4FB}" dt="2026-08-17T03:59:43.517" v="1" actId="1076"/>
          <ac:spMkLst>
            <pc:docMk/>
            <pc:sldMk cId="0" sldId="262"/>
            <ac:spMk id="3" creationId="{F2E5D8B7-AF30-E17D-C0F5-6BBB5860A8FE}"/>
          </ac:spMkLst>
        </pc:spChg>
        <pc:spChg chg="add mod">
          <ac:chgData name="Agamya R Jain" userId="5379bb5ac236f65f" providerId="Windows Live" clId="Web-{76400905-6685-3743-CB7A-E0ED4D94B4FB}" dt="2026-08-17T04:03:02.338" v="28" actId="1076"/>
          <ac:spMkLst>
            <pc:docMk/>
            <pc:sldMk cId="0" sldId="262"/>
            <ac:spMk id="11" creationId="{A6253507-41E1-436D-2D44-3BDB89C84E2F}"/>
          </ac:spMkLst>
        </pc:spChg>
        <pc:graphicFrameChg chg="mod">
          <ac:chgData name="Agamya R Jain" userId="5379bb5ac236f65f" providerId="Windows Live" clId="Web-{76400905-6685-3743-CB7A-E0ED4D94B4FB}" dt="2026-08-17T04:03:04.541" v="29" actId="14100"/>
          <ac:graphicFrameMkLst>
            <pc:docMk/>
            <pc:sldMk cId="0" sldId="262"/>
            <ac:graphicFrameMk id="2" creationId="{48F7A395-C27D-BF00-AB19-B798AE077338}"/>
          </ac:graphicFrameMkLst>
        </pc:graphicFrameChg>
      </pc:sldChg>
    </pc:docChg>
  </pc:docChgLst>
  <pc:docChgLst>
    <pc:chgData name="Agamya R Jain" userId="5379bb5ac236f65f" providerId="Windows Live" clId="Web-{9627DC6F-2343-4AC1-ABE2-BBA6CB611378}"/>
    <pc:docChg chg="modSld">
      <pc:chgData name="Agamya R Jain" userId="5379bb5ac236f65f" providerId="Windows Live" clId="Web-{9627DC6F-2343-4AC1-ABE2-BBA6CB611378}" dt="2026-08-16T07:41:05.939" v="0"/>
      <pc:docMkLst>
        <pc:docMk/>
      </pc:docMkLst>
      <pc:sldChg chg="delSp">
        <pc:chgData name="Agamya R Jain" userId="5379bb5ac236f65f" providerId="Windows Live" clId="Web-{9627DC6F-2343-4AC1-ABE2-BBA6CB611378}" dt="2026-08-16T07:41:05.939" v="0"/>
        <pc:sldMkLst>
          <pc:docMk/>
          <pc:sldMk cId="0" sldId="259"/>
        </pc:sldMkLst>
      </pc:sldChg>
    </pc:docChg>
  </pc:docChgLst>
  <pc:docChgLst>
    <pc:chgData name="Agamya R Jain" userId="5379bb5ac236f65f" providerId="Windows Live" clId="Web-{F80BE0BC-3628-3327-A841-CA6FDEA70903}"/>
    <pc:docChg chg="modSld">
      <pc:chgData name="Agamya R Jain" userId="5379bb5ac236f65f" providerId="Windows Live" clId="Web-{F80BE0BC-3628-3327-A841-CA6FDEA70903}" dt="2026-08-13T09:26:25.010" v="185" actId="14100"/>
      <pc:docMkLst>
        <pc:docMk/>
      </pc:docMkLst>
      <pc:sldChg chg="addSp delSp modSp">
        <pc:chgData name="Agamya R Jain" userId="5379bb5ac236f65f" providerId="Windows Live" clId="Web-{F80BE0BC-3628-3327-A841-CA6FDEA70903}" dt="2026-08-13T09:26:25.010" v="185" actId="14100"/>
        <pc:sldMkLst>
          <pc:docMk/>
          <pc:sldMk cId="0" sldId="258"/>
        </pc:sldMkLst>
        <pc:spChg chg="mod">
          <ac:chgData name="Agamya R Jain" userId="5379bb5ac236f65f" providerId="Windows Live" clId="Web-{F80BE0BC-3628-3327-A841-CA6FDEA70903}" dt="2026-08-13T09:26:25.010" v="185" actId="14100"/>
          <ac:spMkLst>
            <pc:docMk/>
            <pc:sldMk cId="0" sldId="258"/>
            <ac:spMk id="144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8:46:48.732" v="11"/>
          <ac:spMkLst>
            <pc:docMk/>
            <pc:sldMk cId="0" sldId="258"/>
            <ac:spMk id="146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9:13:06.147" v="145" actId="1076"/>
          <ac:spMkLst>
            <pc:docMk/>
            <pc:sldMk cId="0" sldId="258"/>
            <ac:spMk id="149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9:12:43.881" v="143" actId="20577"/>
          <ac:spMkLst>
            <pc:docMk/>
            <pc:sldMk cId="0" sldId="258"/>
            <ac:spMk id="151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9:13:03.397" v="144" actId="1076"/>
          <ac:spMkLst>
            <pc:docMk/>
            <pc:sldMk cId="0" sldId="258"/>
            <ac:spMk id="152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9:12:10.036" v="138" actId="20577"/>
          <ac:spMkLst>
            <pc:docMk/>
            <pc:sldMk cId="0" sldId="258"/>
            <ac:spMk id="154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9:13:10.647" v="146" actId="1076"/>
          <ac:spMkLst>
            <pc:docMk/>
            <pc:sldMk cId="0" sldId="258"/>
            <ac:spMk id="155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8:47:30.046" v="14" actId="1076"/>
          <ac:spMkLst>
            <pc:docMk/>
            <pc:sldMk cId="0" sldId="258"/>
            <ac:spMk id="157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9:13:15.006" v="147" actId="1076"/>
          <ac:spMkLst>
            <pc:docMk/>
            <pc:sldMk cId="0" sldId="258"/>
            <ac:spMk id="158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9:21:42.316" v="154" actId="1076"/>
          <ac:spMkLst>
            <pc:docMk/>
            <pc:sldMk cId="0" sldId="258"/>
            <ac:spMk id="160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9:13:19.006" v="148" actId="1076"/>
          <ac:spMkLst>
            <pc:docMk/>
            <pc:sldMk cId="0" sldId="258"/>
            <ac:spMk id="161" creationId="{00000000-0000-0000-0000-000000000000}"/>
          </ac:spMkLst>
        </pc:spChg>
        <pc:spChg chg="add del mod">
          <ac:chgData name="Agamya R Jain" userId="5379bb5ac236f65f" providerId="Windows Live" clId="Web-{F80BE0BC-3628-3327-A841-CA6FDEA70903}" dt="2026-08-13T09:24:27.273" v="178" actId="20577"/>
          <ac:spMkLst>
            <pc:docMk/>
            <pc:sldMk cId="0" sldId="258"/>
            <ac:spMk id="163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9:13:21.678" v="149" actId="1076"/>
          <ac:spMkLst>
            <pc:docMk/>
            <pc:sldMk cId="0" sldId="258"/>
            <ac:spMk id="164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9:25:56.556" v="179" actId="1076"/>
          <ac:spMkLst>
            <pc:docMk/>
            <pc:sldMk cId="0" sldId="258"/>
            <ac:spMk id="166" creationId="{00000000-0000-0000-0000-000000000000}"/>
          </ac:spMkLst>
        </pc:spChg>
      </pc:sldChg>
      <pc:sldChg chg="modSp">
        <pc:chgData name="Agamya R Jain" userId="5379bb5ac236f65f" providerId="Windows Live" clId="Web-{F80BE0BC-3628-3327-A841-CA6FDEA70903}" dt="2026-08-13T08:48:48.813" v="24"/>
        <pc:sldMkLst>
          <pc:docMk/>
          <pc:sldMk cId="0" sldId="259"/>
        </pc:sldMkLst>
        <pc:spChg chg="mod">
          <ac:chgData name="Agamya R Jain" userId="5379bb5ac236f65f" providerId="Windows Live" clId="Web-{F80BE0BC-3628-3327-A841-CA6FDEA70903}" dt="2026-08-13T08:48:22.594" v="21" actId="14100"/>
          <ac:spMkLst>
            <pc:docMk/>
            <pc:sldMk cId="0" sldId="259"/>
            <ac:spMk id="197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8:48:48.813" v="24"/>
          <ac:spMkLst>
            <pc:docMk/>
            <pc:sldMk cId="0" sldId="259"/>
            <ac:spMk id="198" creationId="{00000000-0000-0000-0000-000000000000}"/>
          </ac:spMkLst>
        </pc:spChg>
      </pc:sldChg>
      <pc:sldChg chg="delSp modSp">
        <pc:chgData name="Agamya R Jain" userId="5379bb5ac236f65f" providerId="Windows Live" clId="Web-{F80BE0BC-3628-3327-A841-CA6FDEA70903}" dt="2026-08-13T08:54:00.759" v="73"/>
        <pc:sldMkLst>
          <pc:docMk/>
          <pc:sldMk cId="0" sldId="260"/>
        </pc:sldMkLst>
        <pc:spChg chg="mod">
          <ac:chgData name="Agamya R Jain" userId="5379bb5ac236f65f" providerId="Windows Live" clId="Web-{F80BE0BC-3628-3327-A841-CA6FDEA70903}" dt="2026-08-13T08:52:52.273" v="47" actId="20577"/>
          <ac:spMkLst>
            <pc:docMk/>
            <pc:sldMk cId="0" sldId="260"/>
            <ac:spMk id="226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8:53:23.523" v="49" actId="14100"/>
          <ac:spMkLst>
            <pc:docMk/>
            <pc:sldMk cId="0" sldId="260"/>
            <ac:spMk id="227" creationId="{00000000-0000-0000-0000-000000000000}"/>
          </ac:spMkLst>
        </pc:spChg>
      </pc:sldChg>
      <pc:sldChg chg="modSp">
        <pc:chgData name="Agamya R Jain" userId="5379bb5ac236f65f" providerId="Windows Live" clId="Web-{F80BE0BC-3628-3327-A841-CA6FDEA70903}" dt="2026-08-13T08:57:49.483" v="100" actId="20577"/>
        <pc:sldMkLst>
          <pc:docMk/>
          <pc:sldMk cId="0" sldId="261"/>
        </pc:sldMkLst>
        <pc:spChg chg="mod">
          <ac:chgData name="Agamya R Jain" userId="5379bb5ac236f65f" providerId="Windows Live" clId="Web-{F80BE0BC-3628-3327-A841-CA6FDEA70903}" dt="2026-08-13T08:55:03.338" v="82" actId="1076"/>
          <ac:spMkLst>
            <pc:docMk/>
            <pc:sldMk cId="0" sldId="261"/>
            <ac:spMk id="278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8:57:49.483" v="100" actId="20577"/>
          <ac:spMkLst>
            <pc:docMk/>
            <pc:sldMk cId="0" sldId="261"/>
            <ac:spMk id="279" creationId="{00000000-0000-0000-0000-000000000000}"/>
          </ac:spMkLst>
        </pc:spChg>
      </pc:sldChg>
      <pc:sldChg chg="modSp">
        <pc:chgData name="Agamya R Jain" userId="5379bb5ac236f65f" providerId="Windows Live" clId="Web-{F80BE0BC-3628-3327-A841-CA6FDEA70903}" dt="2026-08-13T08:57:58.483" v="101" actId="20577"/>
        <pc:sldMkLst>
          <pc:docMk/>
          <pc:sldMk cId="0" sldId="262"/>
        </pc:sldMkLst>
        <pc:spChg chg="mod">
          <ac:chgData name="Agamya R Jain" userId="5379bb5ac236f65f" providerId="Windows Live" clId="Web-{F80BE0BC-3628-3327-A841-CA6FDEA70903}" dt="2026-08-13T08:57:58.483" v="101" actId="20577"/>
          <ac:spMkLst>
            <pc:docMk/>
            <pc:sldMk cId="0" sldId="262"/>
            <ac:spMk id="335" creationId="{00000000-0000-0000-0000-000000000000}"/>
          </ac:spMkLst>
        </pc:spChg>
        <pc:spChg chg="mod">
          <ac:chgData name="Agamya R Jain" userId="5379bb5ac236f65f" providerId="Windows Live" clId="Web-{F80BE0BC-3628-3327-A841-CA6FDEA70903}" dt="2026-08-13T08:57:19.061" v="99"/>
          <ac:spMkLst>
            <pc:docMk/>
            <pc:sldMk cId="0" sldId="262"/>
            <ac:spMk id="336" creationId="{00000000-0000-0000-0000-000000000000}"/>
          </ac:spMkLst>
        </pc:spChg>
      </pc:sldChg>
      <pc:sldChg chg="delSp modSp">
        <pc:chgData name="Agamya R Jain" userId="5379bb5ac236f65f" providerId="Windows Live" clId="Web-{F80BE0BC-3628-3327-A841-CA6FDEA70903}" dt="2026-08-13T09:01:15.395" v="132"/>
        <pc:sldMkLst>
          <pc:docMk/>
          <pc:sldMk cId="0" sldId="264"/>
        </pc:sldMkLst>
        <pc:spChg chg="mod">
          <ac:chgData name="Agamya R Jain" userId="5379bb5ac236f65f" providerId="Windows Live" clId="Web-{F80BE0BC-3628-3327-A841-CA6FDEA70903}" dt="2026-08-13T09:00:40.050" v="128" actId="14100"/>
          <ac:spMkLst>
            <pc:docMk/>
            <pc:sldMk cId="0" sldId="264"/>
            <ac:spMk id="446" creationId="{00000000-0000-0000-0000-000000000000}"/>
          </ac:spMkLst>
        </pc:spChg>
      </pc:sldChg>
    </pc:docChg>
  </pc:docChgLst>
  <pc:docChgLst>
    <pc:chgData name="Agamya R Jain" userId="5379bb5ac236f65f" providerId="Windows Live" clId="Web-{9C12763D-B2B8-A757-9120-DCEAB0B7BAE3}"/>
    <pc:docChg chg="modSld">
      <pc:chgData name="Agamya R Jain" userId="5379bb5ac236f65f" providerId="Windows Live" clId="Web-{9C12763D-B2B8-A757-9120-DCEAB0B7BAE3}" dt="2026-08-14T11:39:18.770" v="278" actId="1076"/>
      <pc:docMkLst>
        <pc:docMk/>
      </pc:docMkLst>
      <pc:sldChg chg="delSp modSp">
        <pc:chgData name="Agamya R Jain" userId="5379bb5ac236f65f" providerId="Windows Live" clId="Web-{9C12763D-B2B8-A757-9120-DCEAB0B7BAE3}" dt="2026-08-14T07:56:06.126" v="36"/>
        <pc:sldMkLst>
          <pc:docMk/>
          <pc:sldMk cId="0" sldId="257"/>
        </pc:sldMkLst>
        <pc:spChg chg="mod">
          <ac:chgData name="Agamya R Jain" userId="5379bb5ac236f65f" providerId="Windows Live" clId="Web-{9C12763D-B2B8-A757-9120-DCEAB0B7BAE3}" dt="2026-08-14T07:19:50.868" v="20" actId="20577"/>
          <ac:spMkLst>
            <pc:docMk/>
            <pc:sldMk cId="0" sldId="257"/>
            <ac:spMk id="117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07:20:49.433" v="33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07:20:20.135" v="23" actId="1076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07:20:49.449" v="34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07:20:31.682" v="26" actId="1076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07:20:49.667" v="35"/>
          <ac:spMkLst>
            <pc:docMk/>
            <pc:sldMk cId="0" sldId="257"/>
            <ac:spMk id="126" creationId="{00000000-0000-0000-0000-000000000000}"/>
          </ac:spMkLst>
        </pc:spChg>
      </pc:sldChg>
      <pc:sldChg chg="addSp delSp modSp">
        <pc:chgData name="Agamya R Jain" userId="5379bb5ac236f65f" providerId="Windows Live" clId="Web-{9C12763D-B2B8-A757-9120-DCEAB0B7BAE3}" dt="2026-08-14T11:39:18.770" v="278" actId="1076"/>
        <pc:sldMkLst>
          <pc:docMk/>
          <pc:sldMk cId="0" sldId="259"/>
        </pc:sldMkLst>
        <pc:spChg chg="mod">
          <ac:chgData name="Agamya R Jain" userId="5379bb5ac236f65f" providerId="Windows Live" clId="Web-{9C12763D-B2B8-A757-9120-DCEAB0B7BAE3}" dt="2026-08-14T09:59:29.356" v="59" actId="1076"/>
          <ac:spMkLst>
            <pc:docMk/>
            <pc:sldMk cId="0" sldId="259"/>
            <ac:spMk id="201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11:17:54.966" v="195" actId="20577"/>
          <ac:spMkLst>
            <pc:docMk/>
            <pc:sldMk cId="0" sldId="259"/>
            <ac:spMk id="202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11:28:52.737" v="243" actId="20577"/>
          <ac:spMkLst>
            <pc:docMk/>
            <pc:sldMk cId="0" sldId="259"/>
            <ac:spMk id="203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11:39:10.989" v="276" actId="1076"/>
          <ac:spMkLst>
            <pc:docMk/>
            <pc:sldMk cId="0" sldId="259"/>
            <ac:spMk id="204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11:39:18.770" v="278" actId="1076"/>
          <ac:spMkLst>
            <pc:docMk/>
            <pc:sldMk cId="0" sldId="259"/>
            <ac:spMk id="205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11:30:15.644" v="258" actId="1076"/>
          <ac:spMkLst>
            <pc:docMk/>
            <pc:sldMk cId="0" sldId="259"/>
            <ac:spMk id="206" creationId="{00000000-0000-0000-0000-000000000000}"/>
          </ac:spMkLst>
        </pc:spChg>
        <pc:spChg chg="mod">
          <ac:chgData name="Agamya R Jain" userId="5379bb5ac236f65f" providerId="Windows Live" clId="Web-{9C12763D-B2B8-A757-9120-DCEAB0B7BAE3}" dt="2026-08-14T11:30:23.487" v="261" actId="20577"/>
          <ac:spMkLst>
            <pc:docMk/>
            <pc:sldMk cId="0" sldId="259"/>
            <ac:spMk id="207" creationId="{00000000-0000-0000-0000-000000000000}"/>
          </ac:spMkLst>
        </pc:spChg>
        <pc:picChg chg="add mod">
          <ac:chgData name="Agamya R Jain" userId="5379bb5ac236f65f" providerId="Windows Live" clId="Web-{9C12763D-B2B8-A757-9120-DCEAB0B7BAE3}" dt="2026-08-14T11:39:11.051" v="277" actId="1076"/>
          <ac:picMkLst>
            <pc:docMk/>
            <pc:sldMk cId="0" sldId="259"/>
            <ac:picMk id="2" creationId="{B623205A-D384-1DA5-98E5-25DAC7DFDAAA}"/>
          </ac:picMkLst>
        </pc:picChg>
        <pc:picChg chg="add mod">
          <ac:chgData name="Agamya R Jain" userId="5379bb5ac236f65f" providerId="Windows Live" clId="Web-{9C12763D-B2B8-A757-9120-DCEAB0B7BAE3}" dt="2026-08-14T11:34:30.597" v="272" actId="14100"/>
          <ac:picMkLst>
            <pc:docMk/>
            <pc:sldMk cId="0" sldId="259"/>
            <ac:picMk id="3" creationId="{1321B3BF-0A61-DA11-1A1A-2D9F5AAF88A6}"/>
          </ac:picMkLst>
        </pc:picChg>
        <pc:picChg chg="mod">
          <ac:chgData name="Agamya R Jain" userId="5379bb5ac236f65f" providerId="Windows Live" clId="Web-{9C12763D-B2B8-A757-9120-DCEAB0B7BAE3}" dt="2026-08-14T10:01:06.701" v="73" actId="1076"/>
          <ac:picMkLst>
            <pc:docMk/>
            <pc:sldMk cId="0" sldId="259"/>
            <ac:picMk id="182" creationId="{00000000-0000-0000-0000-000000000000}"/>
          </ac:picMkLst>
        </pc:picChg>
        <pc:picChg chg="mod">
          <ac:chgData name="Agamya R Jain" userId="5379bb5ac236f65f" providerId="Windows Live" clId="Web-{9C12763D-B2B8-A757-9120-DCEAB0B7BAE3}" dt="2026-08-14T10:06:27.626" v="146" actId="1076"/>
          <ac:picMkLst>
            <pc:docMk/>
            <pc:sldMk cId="0" sldId="259"/>
            <ac:picMk id="183" creationId="{00000000-0000-0000-0000-000000000000}"/>
          </ac:picMkLst>
        </pc:picChg>
        <pc:picChg chg="mod">
          <ac:chgData name="Agamya R Jain" userId="5379bb5ac236f65f" providerId="Windows Live" clId="Web-{9C12763D-B2B8-A757-9120-DCEAB0B7BAE3}" dt="2026-08-14T10:06:09.954" v="143" actId="14100"/>
          <ac:picMkLst>
            <pc:docMk/>
            <pc:sldMk cId="0" sldId="259"/>
            <ac:picMk id="184" creationId="{00000000-0000-0000-0000-000000000000}"/>
          </ac:picMkLst>
        </pc:picChg>
        <pc:picChg chg="mod">
          <ac:chgData name="Agamya R Jain" userId="5379bb5ac236f65f" providerId="Windows Live" clId="Web-{9C12763D-B2B8-A757-9120-DCEAB0B7BAE3}" dt="2026-08-14T11:29:04.956" v="245" actId="1076"/>
          <ac:picMkLst>
            <pc:docMk/>
            <pc:sldMk cId="0" sldId="259"/>
            <ac:picMk id="185" creationId="{00000000-0000-0000-0000-000000000000}"/>
          </ac:picMkLst>
        </pc:picChg>
        <pc:picChg chg="mod">
          <ac:chgData name="Agamya R Jain" userId="5379bb5ac236f65f" providerId="Windows Live" clId="Web-{9C12763D-B2B8-A757-9120-DCEAB0B7BAE3}" dt="2026-08-14T11:22:06.248" v="196" actId="14100"/>
          <ac:picMkLst>
            <pc:docMk/>
            <pc:sldMk cId="0" sldId="259"/>
            <ac:picMk id="212" creationId="{00000000-0000-0000-0000-000000000000}"/>
          </ac:picMkLst>
        </pc:picChg>
      </pc:sldChg>
    </pc:docChg>
  </pc:docChgLst>
  <pc:docChgLst>
    <pc:chgData name="Agamya R Jain" userId="5379bb5ac236f65f" providerId="Windows Live" clId="Web-{E1CE4FC2-24E6-00DB-77CF-A984F10FE625}"/>
    <pc:docChg chg="modSld">
      <pc:chgData name="Agamya R Jain" userId="5379bb5ac236f65f" providerId="Windows Live" clId="Web-{E1CE4FC2-24E6-00DB-77CF-A984F10FE625}" dt="2026-08-14T06:05:29.666" v="29" actId="20577"/>
      <pc:docMkLst>
        <pc:docMk/>
      </pc:docMkLst>
      <pc:sldChg chg="modSp">
        <pc:chgData name="Agamya R Jain" userId="5379bb5ac236f65f" providerId="Windows Live" clId="Web-{E1CE4FC2-24E6-00DB-77CF-A984F10FE625}" dt="2026-08-14T06:05:29.666" v="29" actId="20577"/>
        <pc:sldMkLst>
          <pc:docMk/>
          <pc:sldMk cId="0" sldId="259"/>
        </pc:sldMkLst>
        <pc:spChg chg="mod">
          <ac:chgData name="Agamya R Jain" userId="5379bb5ac236f65f" providerId="Windows Live" clId="Web-{E1CE4FC2-24E6-00DB-77CF-A984F10FE625}" dt="2026-08-14T06:05:29.666" v="29" actId="20577"/>
          <ac:spMkLst>
            <pc:docMk/>
            <pc:sldMk cId="0" sldId="259"/>
            <ac:spMk id="198" creationId="{00000000-0000-0000-0000-000000000000}"/>
          </ac:spMkLst>
        </pc:spChg>
        <pc:spChg chg="mod">
          <ac:chgData name="Agamya R Jain" userId="5379bb5ac236f65f" providerId="Windows Live" clId="Web-{E1CE4FC2-24E6-00DB-77CF-A984F10FE625}" dt="2026-08-14T06:05:06.838" v="28" actId="20577"/>
          <ac:spMkLst>
            <pc:docMk/>
            <pc:sldMk cId="0" sldId="259"/>
            <ac:spMk id="201" creationId="{00000000-0000-0000-0000-000000000000}"/>
          </ac:spMkLst>
        </pc:spChg>
      </pc:sldChg>
    </pc:docChg>
  </pc:docChgLst>
  <pc:docChgLst>
    <pc:chgData name="Agamya R Jain" userId="5379bb5ac236f65f" providerId="Windows Live" clId="Web-{C82DA426-3977-2BD7-EB86-4D5455A8D864}"/>
    <pc:docChg chg="modSld">
      <pc:chgData name="Agamya R Jain" userId="5379bb5ac236f65f" providerId="Windows Live" clId="Web-{C82DA426-3977-2BD7-EB86-4D5455A8D864}" dt="2026-08-15T17:24:09.465" v="27" actId="14100"/>
      <pc:docMkLst>
        <pc:docMk/>
      </pc:docMkLst>
      <pc:sldChg chg="addSp modSp">
        <pc:chgData name="Agamya R Jain" userId="5379bb5ac236f65f" providerId="Windows Live" clId="Web-{C82DA426-3977-2BD7-EB86-4D5455A8D864}" dt="2026-08-15T17:24:09.465" v="27" actId="14100"/>
        <pc:sldMkLst>
          <pc:docMk/>
          <pc:sldMk cId="0" sldId="260"/>
        </pc:sldMkLst>
        <pc:spChg chg="mod">
          <ac:chgData name="Agamya R Jain" userId="5379bb5ac236f65f" providerId="Windows Live" clId="Web-{C82DA426-3977-2BD7-EB86-4D5455A8D864}" dt="2026-08-15T17:21:32.135" v="23" actId="14100"/>
          <ac:spMkLst>
            <pc:docMk/>
            <pc:sldMk cId="0" sldId="260"/>
            <ac:spMk id="230" creationId="{00000000-0000-0000-0000-000000000000}"/>
          </ac:spMkLst>
        </pc:spChg>
        <pc:spChg chg="mod">
          <ac:chgData name="Agamya R Jain" userId="5379bb5ac236f65f" providerId="Windows Live" clId="Web-{C82DA426-3977-2BD7-EB86-4D5455A8D864}" dt="2026-08-15T17:11:18.484" v="0" actId="1076"/>
          <ac:spMkLst>
            <pc:docMk/>
            <pc:sldMk cId="0" sldId="260"/>
            <ac:spMk id="236" creationId="{00000000-0000-0000-0000-000000000000}"/>
          </ac:spMkLst>
        </pc:spChg>
        <pc:spChg chg="mod">
          <ac:chgData name="Agamya R Jain" userId="5379bb5ac236f65f" providerId="Windows Live" clId="Web-{C82DA426-3977-2BD7-EB86-4D5455A8D864}" dt="2026-08-15T17:11:18.609" v="1" actId="1076"/>
          <ac:spMkLst>
            <pc:docMk/>
            <pc:sldMk cId="0" sldId="260"/>
            <ac:spMk id="238" creationId="{00000000-0000-0000-0000-000000000000}"/>
          </ac:spMkLst>
        </pc:spChg>
        <pc:picChg chg="add mod">
          <ac:chgData name="Agamya R Jain" userId="5379bb5ac236f65f" providerId="Windows Live" clId="Web-{C82DA426-3977-2BD7-EB86-4D5455A8D864}" dt="2026-08-15T17:21:26.666" v="21" actId="1076"/>
          <ac:picMkLst>
            <pc:docMk/>
            <pc:sldMk cId="0" sldId="260"/>
            <ac:picMk id="4" creationId="{A8F2FE68-8DF3-053C-B4BC-DF8EF3B596B2}"/>
          </ac:picMkLst>
        </pc:picChg>
        <pc:picChg chg="mod">
          <ac:chgData name="Agamya R Jain" userId="5379bb5ac236f65f" providerId="Windows Live" clId="Web-{C82DA426-3977-2BD7-EB86-4D5455A8D864}" dt="2026-08-15T17:22:13.542" v="24" actId="14100"/>
          <ac:picMkLst>
            <pc:docMk/>
            <pc:sldMk cId="0" sldId="260"/>
            <ac:picMk id="221" creationId="{00000000-0000-0000-0000-000000000000}"/>
          </ac:picMkLst>
        </pc:picChg>
        <pc:picChg chg="mod">
          <ac:chgData name="Agamya R Jain" userId="5379bb5ac236f65f" providerId="Windows Live" clId="Web-{C82DA426-3977-2BD7-EB86-4D5455A8D864}" dt="2026-08-15T17:24:09.465" v="27" actId="14100"/>
          <ac:picMkLst>
            <pc:docMk/>
            <pc:sldMk cId="0" sldId="260"/>
            <ac:picMk id="222" creationId="{00000000-0000-0000-0000-000000000000}"/>
          </ac:picMkLst>
        </pc:picChg>
        <pc:picChg chg="mod">
          <ac:chgData name="Agamya R Jain" userId="5379bb5ac236f65f" providerId="Windows Live" clId="Web-{C82DA426-3977-2BD7-EB86-4D5455A8D864}" dt="2026-08-15T17:11:18.719" v="2" actId="1076"/>
          <ac:picMkLst>
            <pc:docMk/>
            <pc:sldMk cId="0" sldId="260"/>
            <ac:picMk id="260" creationId="{00000000-0000-0000-0000-000000000000}"/>
          </ac:picMkLst>
        </pc:picChg>
        <pc:picChg chg="mod">
          <ac:chgData name="Agamya R Jain" userId="5379bb5ac236f65f" providerId="Windows Live" clId="Web-{C82DA426-3977-2BD7-EB86-4D5455A8D864}" dt="2026-08-15T17:11:18.844" v="3" actId="1076"/>
          <ac:picMkLst>
            <pc:docMk/>
            <pc:sldMk cId="0" sldId="260"/>
            <ac:picMk id="261" creationId="{00000000-0000-0000-0000-000000000000}"/>
          </ac:picMkLst>
        </pc:picChg>
      </pc:sldChg>
    </pc:docChg>
  </pc:docChgLst>
  <pc:docChgLst>
    <pc:chgData name="Agamya R Jain" userId="5379bb5ac236f65f" providerId="Windows Live" clId="Web-{B617512C-26C3-4E08-2DA7-AFB8A9C92EA5}"/>
    <pc:docChg chg="modSld">
      <pc:chgData name="Agamya R Jain" userId="5379bb5ac236f65f" providerId="Windows Live" clId="Web-{B617512C-26C3-4E08-2DA7-AFB8A9C92EA5}" dt="2026-08-17T17:15:57.943" v="4" actId="20577"/>
      <pc:docMkLst>
        <pc:docMk/>
      </pc:docMkLst>
      <pc:sldChg chg="modSp">
        <pc:chgData name="Agamya R Jain" userId="5379bb5ac236f65f" providerId="Windows Live" clId="Web-{B617512C-26C3-4E08-2DA7-AFB8A9C92EA5}" dt="2026-08-17T17:15:57.943" v="4" actId="20577"/>
        <pc:sldMkLst>
          <pc:docMk/>
          <pc:sldMk cId="0" sldId="263"/>
        </pc:sldMkLst>
        <pc:graphicFrameChg chg="modGraphic">
          <ac:chgData name="Agamya R Jain" userId="5379bb5ac236f65f" providerId="Windows Live" clId="Web-{B617512C-26C3-4E08-2DA7-AFB8A9C92EA5}" dt="2026-08-17T17:15:57.943" v="4" actId="20577"/>
          <ac:graphicFrameMkLst>
            <pc:docMk/>
            <pc:sldMk cId="0" sldId="263"/>
            <ac:graphicFrameMk id="2" creationId="{41A1778B-A77C-94E5-F0C9-E02111DD8328}"/>
          </ac:graphicFrameMkLst>
        </pc:graphicFrameChg>
      </pc:sldChg>
    </pc:docChg>
  </pc:docChgLst>
  <pc:docChgLst>
    <pc:chgData name="Agamya R Jain" userId="5379bb5ac236f65f" providerId="Windows Live" clId="Web-{ABB40A63-997E-4F88-B2E1-E1DC5A35EC06}"/>
    <pc:docChg chg="modSld">
      <pc:chgData name="Agamya R Jain" userId="5379bb5ac236f65f" providerId="Windows Live" clId="Web-{ABB40A63-997E-4F88-B2E1-E1DC5A35EC06}" dt="2026-08-18T07:22:08.591" v="171" actId="20577"/>
      <pc:docMkLst>
        <pc:docMk/>
      </pc:docMkLst>
      <pc:sldChg chg="modSp">
        <pc:chgData name="Agamya R Jain" userId="5379bb5ac236f65f" providerId="Windows Live" clId="Web-{ABB40A63-997E-4F88-B2E1-E1DC5A35EC06}" dt="2026-08-18T05:28:36.178" v="13" actId="20577"/>
        <pc:sldMkLst>
          <pc:docMk/>
          <pc:sldMk cId="0" sldId="258"/>
        </pc:sldMkLst>
        <pc:spChg chg="mod">
          <ac:chgData name="Agamya R Jain" userId="5379bb5ac236f65f" providerId="Windows Live" clId="Web-{ABB40A63-997E-4F88-B2E1-E1DC5A35EC06}" dt="2026-08-18T05:28:36.178" v="13" actId="20577"/>
          <ac:spMkLst>
            <pc:docMk/>
            <pc:sldMk cId="0" sldId="258"/>
            <ac:spMk id="157" creationId="{00000000-0000-0000-0000-000000000000}"/>
          </ac:spMkLst>
        </pc:spChg>
      </pc:sldChg>
      <pc:sldChg chg="addSp delSp modSp">
        <pc:chgData name="Agamya R Jain" userId="5379bb5ac236f65f" providerId="Windows Live" clId="Web-{ABB40A63-997E-4F88-B2E1-E1DC5A35EC06}" dt="2026-08-18T05:49:16.087" v="129" actId="20577"/>
        <pc:sldMkLst>
          <pc:docMk/>
          <pc:sldMk cId="0" sldId="260"/>
        </pc:sldMkLst>
        <pc:spChg chg="mod">
          <ac:chgData name="Agamya R Jain" userId="5379bb5ac236f65f" providerId="Windows Live" clId="Web-{ABB40A63-997E-4F88-B2E1-E1DC5A35EC06}" dt="2026-08-18T05:48:19.539" v="123" actId="20577"/>
          <ac:spMkLst>
            <pc:docMk/>
            <pc:sldMk cId="0" sldId="260"/>
            <ac:spMk id="237" creationId="{00000000-0000-0000-0000-000000000000}"/>
          </ac:spMkLst>
        </pc:spChg>
        <pc:spChg chg="mod">
          <ac:chgData name="Agamya R Jain" userId="5379bb5ac236f65f" providerId="Windows Live" clId="Web-{ABB40A63-997E-4F88-B2E1-E1DC5A35EC06}" dt="2026-08-18T05:49:16.087" v="129" actId="20577"/>
          <ac:spMkLst>
            <pc:docMk/>
            <pc:sldMk cId="0" sldId="260"/>
            <ac:spMk id="239" creationId="{00000000-0000-0000-0000-000000000000}"/>
          </ac:spMkLst>
        </pc:spChg>
        <pc:graphicFrameChg chg="add mod">
          <ac:chgData name="Agamya R Jain" userId="5379bb5ac236f65f" providerId="Windows Live" clId="Web-{ABB40A63-997E-4F88-B2E1-E1DC5A35EC06}" dt="2026-08-18T05:40:24.243" v="63" actId="14100"/>
          <ac:graphicFrameMkLst>
            <pc:docMk/>
            <pc:sldMk cId="0" sldId="260"/>
            <ac:graphicFrameMk id="3" creationId="{2B11819D-AE49-0E3D-83D6-F5D5A3CD393D}"/>
          </ac:graphicFrameMkLst>
        </pc:graphicFrameChg>
        <pc:graphicFrameChg chg="mod modGraphic">
          <ac:chgData name="Agamya R Jain" userId="5379bb5ac236f65f" providerId="Windows Live" clId="Web-{ABB40A63-997E-4F88-B2E1-E1DC5A35EC06}" dt="2026-08-18T05:48:08.132" v="121"/>
          <ac:graphicFrameMkLst>
            <pc:docMk/>
            <pc:sldMk cId="0" sldId="260"/>
            <ac:graphicFrameMk id="228" creationId="{00000000-0000-0000-0000-000000000000}"/>
          </ac:graphicFrameMkLst>
        </pc:graphicFrameChg>
      </pc:sldChg>
      <pc:sldChg chg="modSp">
        <pc:chgData name="Agamya R Jain" userId="5379bb5ac236f65f" providerId="Windows Live" clId="Web-{ABB40A63-997E-4F88-B2E1-E1DC5A35EC06}" dt="2026-08-18T05:23:27.468" v="5" actId="20577"/>
        <pc:sldMkLst>
          <pc:docMk/>
          <pc:sldMk cId="0" sldId="262"/>
        </pc:sldMkLst>
        <pc:spChg chg="mod">
          <ac:chgData name="Agamya R Jain" userId="5379bb5ac236f65f" providerId="Windows Live" clId="Web-{ABB40A63-997E-4F88-B2E1-E1DC5A35EC06}" dt="2026-08-18T05:23:27.468" v="5" actId="20577"/>
          <ac:spMkLst>
            <pc:docMk/>
            <pc:sldMk cId="0" sldId="262"/>
            <ac:spMk id="12" creationId="{B318CBFF-2FA8-B9C0-5BCD-99259DF7040B}"/>
          </ac:spMkLst>
        </pc:spChg>
      </pc:sldChg>
      <pc:sldChg chg="modSp">
        <pc:chgData name="Agamya R Jain" userId="5379bb5ac236f65f" providerId="Windows Live" clId="Web-{ABB40A63-997E-4F88-B2E1-E1DC5A35EC06}" dt="2026-08-18T07:04:38.720" v="133" actId="20577"/>
        <pc:sldMkLst>
          <pc:docMk/>
          <pc:sldMk cId="0" sldId="263"/>
        </pc:sldMkLst>
        <pc:graphicFrameChg chg="modGraphic">
          <ac:chgData name="Agamya R Jain" userId="5379bb5ac236f65f" providerId="Windows Live" clId="Web-{ABB40A63-997E-4F88-B2E1-E1DC5A35EC06}" dt="2026-08-18T07:04:38.720" v="133" actId="20577"/>
          <ac:graphicFrameMkLst>
            <pc:docMk/>
            <pc:sldMk cId="0" sldId="263"/>
            <ac:graphicFrameMk id="2" creationId="{41A1778B-A77C-94E5-F0C9-E02111DD8328}"/>
          </ac:graphicFrameMkLst>
        </pc:graphicFrameChg>
      </pc:sldChg>
      <pc:sldChg chg="modSp">
        <pc:chgData name="Agamya R Jain" userId="5379bb5ac236f65f" providerId="Windows Live" clId="Web-{ABB40A63-997E-4F88-B2E1-E1DC5A35EC06}" dt="2026-08-18T07:18:11.628" v="164" actId="20577"/>
        <pc:sldMkLst>
          <pc:docMk/>
          <pc:sldMk cId="0" sldId="264"/>
        </pc:sldMkLst>
        <pc:spChg chg="mod">
          <ac:chgData name="Agamya R Jain" userId="5379bb5ac236f65f" providerId="Windows Live" clId="Web-{ABB40A63-997E-4F88-B2E1-E1DC5A35EC06}" dt="2026-08-18T07:18:11.628" v="164" actId="20577"/>
          <ac:spMkLst>
            <pc:docMk/>
            <pc:sldMk cId="0" sldId="264"/>
            <ac:spMk id="455" creationId="{00000000-0000-0000-0000-000000000000}"/>
          </ac:spMkLst>
        </pc:spChg>
        <pc:graphicFrameChg chg="mod modGraphic">
          <ac:chgData name="Agamya R Jain" userId="5379bb5ac236f65f" providerId="Windows Live" clId="Web-{ABB40A63-997E-4F88-B2E1-E1DC5A35EC06}" dt="2026-08-18T07:16:47.015" v="159"/>
          <ac:graphicFrameMkLst>
            <pc:docMk/>
            <pc:sldMk cId="0" sldId="264"/>
            <ac:graphicFrameMk id="447" creationId="{00000000-0000-0000-0000-000000000000}"/>
          </ac:graphicFrameMkLst>
        </pc:graphicFrameChg>
        <pc:picChg chg="mod">
          <ac:chgData name="Agamya R Jain" userId="5379bb5ac236f65f" providerId="Windows Live" clId="Web-{ABB40A63-997E-4F88-B2E1-E1DC5A35EC06}" dt="2026-08-18T05:19:05.414" v="0" actId="14100"/>
          <ac:picMkLst>
            <pc:docMk/>
            <pc:sldMk cId="0" sldId="264"/>
            <ac:picMk id="486" creationId="{00000000-0000-0000-0000-000000000000}"/>
          </ac:picMkLst>
        </pc:picChg>
      </pc:sldChg>
      <pc:sldChg chg="modSp">
        <pc:chgData name="Agamya R Jain" userId="5379bb5ac236f65f" providerId="Windows Live" clId="Web-{ABB40A63-997E-4F88-B2E1-E1DC5A35EC06}" dt="2026-08-18T07:22:08.591" v="171" actId="20577"/>
        <pc:sldMkLst>
          <pc:docMk/>
          <pc:sldMk cId="0" sldId="265"/>
        </pc:sldMkLst>
        <pc:spChg chg="mod">
          <ac:chgData name="Agamya R Jain" userId="5379bb5ac236f65f" providerId="Windows Live" clId="Web-{ABB40A63-997E-4F88-B2E1-E1DC5A35EC06}" dt="2026-08-18T07:22:01.825" v="168" actId="20577"/>
          <ac:spMkLst>
            <pc:docMk/>
            <pc:sldMk cId="0" sldId="265"/>
            <ac:spMk id="514" creationId="{00000000-0000-0000-0000-000000000000}"/>
          </ac:spMkLst>
        </pc:spChg>
        <pc:spChg chg="mod">
          <ac:chgData name="Agamya R Jain" userId="5379bb5ac236f65f" providerId="Windows Live" clId="Web-{ABB40A63-997E-4F88-B2E1-E1DC5A35EC06}" dt="2026-08-18T07:22:08.591" v="171" actId="20577"/>
          <ac:spMkLst>
            <pc:docMk/>
            <pc:sldMk cId="0" sldId="265"/>
            <ac:spMk id="519" creationId="{00000000-0000-0000-0000-000000000000}"/>
          </ac:spMkLst>
        </pc:spChg>
      </pc:sldChg>
    </pc:docChg>
  </pc:docChgLst>
  <pc:docChgLst>
    <pc:chgData name="Agamya R Jain" userId="5379bb5ac236f65f" providerId="Windows Live" clId="Web-{2BC8EE11-E6C4-A3B5-C684-F7C54585FF5C}"/>
    <pc:docChg chg="modSld">
      <pc:chgData name="Agamya R Jain" userId="5379bb5ac236f65f" providerId="Windows Live" clId="Web-{2BC8EE11-E6C4-A3B5-C684-F7C54585FF5C}" dt="2026-08-18T15:39:39.224" v="76" actId="20577"/>
      <pc:docMkLst>
        <pc:docMk/>
      </pc:docMkLst>
      <pc:sldChg chg="modSp">
        <pc:chgData name="Agamya R Jain" userId="5379bb5ac236f65f" providerId="Windows Live" clId="Web-{2BC8EE11-E6C4-A3B5-C684-F7C54585FF5C}" dt="2026-08-18T15:24:52.300" v="13" actId="20577"/>
        <pc:sldMkLst>
          <pc:docMk/>
          <pc:sldMk cId="0" sldId="263"/>
        </pc:sldMkLst>
        <pc:graphicFrameChg chg="modGraphic">
          <ac:chgData name="Agamya R Jain" userId="5379bb5ac236f65f" providerId="Windows Live" clId="Web-{2BC8EE11-E6C4-A3B5-C684-F7C54585FF5C}" dt="2026-08-18T15:24:52.300" v="13" actId="20577"/>
          <ac:graphicFrameMkLst>
            <pc:docMk/>
            <pc:sldMk cId="0" sldId="263"/>
            <ac:graphicFrameMk id="2" creationId="{41A1778B-A77C-94E5-F0C9-E02111DD8328}"/>
          </ac:graphicFrameMkLst>
        </pc:graphicFrameChg>
      </pc:sldChg>
      <pc:sldChg chg="modSp">
        <pc:chgData name="Agamya R Jain" userId="5379bb5ac236f65f" providerId="Windows Live" clId="Web-{2BC8EE11-E6C4-A3B5-C684-F7C54585FF5C}" dt="2026-08-18T15:23:17.562" v="9" actId="20577"/>
        <pc:sldMkLst>
          <pc:docMk/>
          <pc:sldMk cId="0" sldId="264"/>
        </pc:sldMkLst>
        <pc:spChg chg="mod">
          <ac:chgData name="Agamya R Jain" userId="5379bb5ac236f65f" providerId="Windows Live" clId="Web-{2BC8EE11-E6C4-A3B5-C684-F7C54585FF5C}" dt="2026-08-18T15:23:17.562" v="9" actId="20577"/>
          <ac:spMkLst>
            <pc:docMk/>
            <pc:sldMk cId="0" sldId="264"/>
            <ac:spMk id="449" creationId="{00000000-0000-0000-0000-000000000000}"/>
          </ac:spMkLst>
        </pc:spChg>
        <pc:graphicFrameChg chg="mod modGraphic">
          <ac:chgData name="Agamya R Jain" userId="5379bb5ac236f65f" providerId="Windows Live" clId="Web-{2BC8EE11-E6C4-A3B5-C684-F7C54585FF5C}" dt="2026-08-18T15:21:54.949" v="3"/>
          <ac:graphicFrameMkLst>
            <pc:docMk/>
            <pc:sldMk cId="0" sldId="264"/>
            <ac:graphicFrameMk id="447" creationId="{00000000-0000-0000-0000-000000000000}"/>
          </ac:graphicFrameMkLst>
        </pc:graphicFrameChg>
      </pc:sldChg>
      <pc:sldChg chg="modSp">
        <pc:chgData name="Agamya R Jain" userId="5379bb5ac236f65f" providerId="Windows Live" clId="Web-{2BC8EE11-E6C4-A3B5-C684-F7C54585FF5C}" dt="2026-08-18T15:39:39.224" v="76" actId="20577"/>
        <pc:sldMkLst>
          <pc:docMk/>
          <pc:sldMk cId="0" sldId="265"/>
        </pc:sldMkLst>
        <pc:spChg chg="mod">
          <ac:chgData name="Agamya R Jain" userId="5379bb5ac236f65f" providerId="Windows Live" clId="Web-{2BC8EE11-E6C4-A3B5-C684-F7C54585FF5C}" dt="2026-08-18T15:28:44.230" v="26" actId="1076"/>
          <ac:spMkLst>
            <pc:docMk/>
            <pc:sldMk cId="0" sldId="265"/>
            <ac:spMk id="508" creationId="{00000000-0000-0000-0000-000000000000}"/>
          </ac:spMkLst>
        </pc:spChg>
        <pc:spChg chg="mod">
          <ac:chgData name="Agamya R Jain" userId="5379bb5ac236f65f" providerId="Windows Live" clId="Web-{2BC8EE11-E6C4-A3B5-C684-F7C54585FF5C}" dt="2026-08-18T15:39:14.082" v="60" actId="20577"/>
          <ac:spMkLst>
            <pc:docMk/>
            <pc:sldMk cId="0" sldId="265"/>
            <ac:spMk id="514" creationId="{00000000-0000-0000-0000-000000000000}"/>
          </ac:spMkLst>
        </pc:spChg>
        <pc:spChg chg="mod">
          <ac:chgData name="Agamya R Jain" userId="5379bb5ac236f65f" providerId="Windows Live" clId="Web-{2BC8EE11-E6C4-A3B5-C684-F7C54585FF5C}" dt="2026-08-18T15:39:39.224" v="76" actId="20577"/>
          <ac:spMkLst>
            <pc:docMk/>
            <pc:sldMk cId="0" sldId="265"/>
            <ac:spMk id="519" creationId="{00000000-0000-0000-0000-000000000000}"/>
          </ac:spMkLst>
        </pc:spChg>
        <pc:picChg chg="mod">
          <ac:chgData name="Agamya R Jain" userId="5379bb5ac236f65f" providerId="Windows Live" clId="Web-{2BC8EE11-E6C4-A3B5-C684-F7C54585FF5C}" dt="2026-08-18T15:28:44.168" v="25" actId="1076"/>
          <ac:picMkLst>
            <pc:docMk/>
            <pc:sldMk cId="0" sldId="265"/>
            <ac:picMk id="498" creationId="{00000000-0000-0000-0000-000000000000}"/>
          </ac:picMkLst>
        </pc:picChg>
        <pc:picChg chg="mod">
          <ac:chgData name="Agamya R Jain" userId="5379bb5ac236f65f" providerId="Windows Live" clId="Web-{2BC8EE11-E6C4-A3B5-C684-F7C54585FF5C}" dt="2026-08-18T15:28:44.293" v="27" actId="1076"/>
          <ac:picMkLst>
            <pc:docMk/>
            <pc:sldMk cId="0" sldId="265"/>
            <ac:picMk id="518" creationId="{00000000-0000-0000-0000-000000000000}"/>
          </ac:picMkLst>
        </pc:picChg>
      </pc:sldChg>
    </pc:docChg>
  </pc:docChgLst>
  <pc:docChgLst>
    <pc:chgData name="Agamya R Jain" userId="5379bb5ac236f65f" providerId="Windows Live" clId="Web-{190B12DB-F265-C11A-B391-4AAFBC915A29}"/>
    <pc:docChg chg="modSld">
      <pc:chgData name="Agamya R Jain" userId="5379bb5ac236f65f" providerId="Windows Live" clId="Web-{190B12DB-F265-C11A-B391-4AAFBC915A29}" dt="2026-08-17T11:35:35.078" v="123" actId="14100"/>
      <pc:docMkLst>
        <pc:docMk/>
      </pc:docMkLst>
      <pc:sldChg chg="addSp delSp modSp">
        <pc:chgData name="Agamya R Jain" userId="5379bb5ac236f65f" providerId="Windows Live" clId="Web-{190B12DB-F265-C11A-B391-4AAFBC915A29}" dt="2026-08-17T11:35:35.078" v="123" actId="14100"/>
        <pc:sldMkLst>
          <pc:docMk/>
          <pc:sldMk cId="0" sldId="262"/>
        </pc:sldMkLst>
        <pc:spChg chg="mod">
          <ac:chgData name="Agamya R Jain" userId="5379bb5ac236f65f" providerId="Windows Live" clId="Web-{190B12DB-F265-C11A-B391-4AAFBC915A29}" dt="2026-08-17T11:29:13.191" v="73" actId="14100"/>
          <ac:spMkLst>
            <pc:docMk/>
            <pc:sldMk cId="0" sldId="262"/>
            <ac:spMk id="3" creationId="{F2E5D8B7-AF30-E17D-C0F5-6BBB5860A8FE}"/>
          </ac:spMkLst>
        </pc:spChg>
        <pc:spChg chg="mod">
          <ac:chgData name="Agamya R Jain" userId="5379bb5ac236f65f" providerId="Windows Live" clId="Web-{190B12DB-F265-C11A-B391-4AAFBC915A29}" dt="2026-08-17T11:21:40.410" v="33" actId="1076"/>
          <ac:spMkLst>
            <pc:docMk/>
            <pc:sldMk cId="0" sldId="262"/>
            <ac:spMk id="8" creationId="{6D6F2875-231B-069D-5175-C2C0516DDF85}"/>
          </ac:spMkLst>
        </pc:spChg>
        <pc:spChg chg="add mod">
          <ac:chgData name="Agamya R Jain" userId="5379bb5ac236f65f" providerId="Windows Live" clId="Web-{190B12DB-F265-C11A-B391-4AAFBC915A29}" dt="2026-08-17T11:34:32.295" v="114"/>
          <ac:spMkLst>
            <pc:docMk/>
            <pc:sldMk cId="0" sldId="262"/>
            <ac:spMk id="9" creationId="{E736AB89-D30E-14BD-34C7-44151C2E15B4}"/>
          </ac:spMkLst>
        </pc:spChg>
        <pc:spChg chg="add mod">
          <ac:chgData name="Agamya R Jain" userId="5379bb5ac236f65f" providerId="Windows Live" clId="Web-{190B12DB-F265-C11A-B391-4AAFBC915A29}" dt="2026-08-17T11:35:35.078" v="123" actId="14100"/>
          <ac:spMkLst>
            <pc:docMk/>
            <pc:sldMk cId="0" sldId="262"/>
            <ac:spMk id="10" creationId="{375C42B6-1280-E376-7D25-DF95C1812A4D}"/>
          </ac:spMkLst>
        </pc:spChg>
        <pc:spChg chg="add mod">
          <ac:chgData name="Agamya R Jain" userId="5379bb5ac236f65f" providerId="Windows Live" clId="Web-{190B12DB-F265-C11A-B391-4AAFBC915A29}" dt="2026-08-17T11:34:06.529" v="111" actId="1076"/>
          <ac:spMkLst>
            <pc:docMk/>
            <pc:sldMk cId="0" sldId="262"/>
            <ac:spMk id="12" creationId="{B318CBFF-2FA8-B9C0-5BCD-99259DF7040B}"/>
          </ac:spMkLst>
        </pc:spChg>
        <pc:spChg chg="mod">
          <ac:chgData name="Agamya R Jain" userId="5379bb5ac236f65f" providerId="Windows Live" clId="Web-{190B12DB-F265-C11A-B391-4AAFBC915A29}" dt="2026-08-17T11:22:01.364" v="39" actId="14100"/>
          <ac:spMkLst>
            <pc:docMk/>
            <pc:sldMk cId="0" sldId="262"/>
            <ac:spMk id="334" creationId="{00000000-0000-0000-0000-000000000000}"/>
          </ac:spMkLst>
        </pc:spChg>
        <pc:spChg chg="mod">
          <ac:chgData name="Agamya R Jain" userId="5379bb5ac236f65f" providerId="Windows Live" clId="Web-{190B12DB-F265-C11A-B391-4AAFBC915A29}" dt="2026-08-17T11:20:48.892" v="25" actId="1076"/>
          <ac:spMkLst>
            <pc:docMk/>
            <pc:sldMk cId="0" sldId="262"/>
            <ac:spMk id="335" creationId="{00000000-0000-0000-0000-000000000000}"/>
          </ac:spMkLst>
        </pc:spChg>
        <pc:spChg chg="mod">
          <ac:chgData name="Agamya R Jain" userId="5379bb5ac236f65f" providerId="Windows Live" clId="Web-{190B12DB-F265-C11A-B391-4AAFBC915A29}" dt="2026-08-17T11:21:12.409" v="32" actId="20577"/>
          <ac:spMkLst>
            <pc:docMk/>
            <pc:sldMk cId="0" sldId="262"/>
            <ac:spMk id="336" creationId="{00000000-0000-0000-0000-000000000000}"/>
          </ac:spMkLst>
        </pc:spChg>
        <pc:spChg chg="mod">
          <ac:chgData name="Agamya R Jain" userId="5379bb5ac236f65f" providerId="Windows Live" clId="Web-{190B12DB-F265-C11A-B391-4AAFBC915A29}" dt="2026-08-17T11:26:59.499" v="51" actId="1076"/>
          <ac:spMkLst>
            <pc:docMk/>
            <pc:sldMk cId="0" sldId="262"/>
            <ac:spMk id="338" creationId="{00000000-0000-0000-0000-000000000000}"/>
          </ac:spMkLst>
        </pc:spChg>
        <pc:graphicFrameChg chg="add mod">
          <ac:chgData name="Agamya R Jain" userId="5379bb5ac236f65f" providerId="Windows Live" clId="Web-{190B12DB-F265-C11A-B391-4AAFBC915A29}" dt="2026-08-17T11:14:00.879" v="3" actId="14100"/>
          <ac:graphicFrameMkLst>
            <pc:docMk/>
            <pc:sldMk cId="0" sldId="262"/>
            <ac:graphicFrameMk id="6" creationId="{1746C66D-363F-96D2-9C51-4E5A27376DEA}"/>
          </ac:graphicFrameMkLst>
        </pc:graphicFrameChg>
      </pc:sldChg>
    </pc:docChg>
  </pc:docChgLst>
  <pc:docChgLst>
    <pc:chgData name="Agamya R Jain" userId="5379bb5ac236f65f" providerId="Windows Live" clId="Web-{7856A14F-ED29-05B3-5315-66A6F0C7729A}"/>
    <pc:docChg chg="modSld">
      <pc:chgData name="Agamya R Jain" userId="5379bb5ac236f65f" providerId="Windows Live" clId="Web-{7856A14F-ED29-05B3-5315-66A6F0C7729A}" dt="2026-08-27T08:35:58.991" v="330" actId="20577"/>
      <pc:docMkLst>
        <pc:docMk/>
      </pc:docMkLst>
      <pc:sldChg chg="addSp delSp modSp">
        <pc:chgData name="Agamya R Jain" userId="5379bb5ac236f65f" providerId="Windows Live" clId="Web-{7856A14F-ED29-05B3-5315-66A6F0C7729A}" dt="2026-08-27T08:14:12.621" v="302" actId="20577"/>
        <pc:sldMkLst>
          <pc:docMk/>
          <pc:sldMk cId="0" sldId="257"/>
        </pc:sldMkLst>
        <pc:spChg chg="mod">
          <ac:chgData name="Agamya R Jain" userId="5379bb5ac236f65f" providerId="Windows Live" clId="Web-{7856A14F-ED29-05B3-5315-66A6F0C7729A}" dt="2026-08-27T08:14:12.621" v="302" actId="20577"/>
          <ac:spMkLst>
            <pc:docMk/>
            <pc:sldMk cId="0" sldId="257"/>
            <ac:spMk id="113" creationId="{00000000-0000-0000-0000-000000000000}"/>
          </ac:spMkLst>
        </pc:spChg>
        <pc:spChg chg="add mod">
          <ac:chgData name="Agamya R Jain" userId="5379bb5ac236f65f" providerId="Windows Live" clId="Web-{7856A14F-ED29-05B3-5315-66A6F0C7729A}" dt="2026-08-27T07:53:50.144" v="228" actId="20577"/>
          <ac:spMkLst>
            <pc:docMk/>
            <pc:sldMk cId="0" sldId="257"/>
            <ac:spMk id="950" creationId="{D9F008F7-53F8-F55E-CF22-A01826725B43}"/>
          </ac:spMkLst>
        </pc:spChg>
      </pc:sldChg>
      <pc:sldChg chg="addSp modSp">
        <pc:chgData name="Agamya R Jain" userId="5379bb5ac236f65f" providerId="Windows Live" clId="Web-{7856A14F-ED29-05B3-5315-66A6F0C7729A}" dt="2026-08-27T08:35:58.991" v="330" actId="20577"/>
        <pc:sldMkLst>
          <pc:docMk/>
          <pc:sldMk cId="0" sldId="258"/>
        </pc:sldMkLst>
        <pc:spChg chg="add mod">
          <ac:chgData name="Agamya R Jain" userId="5379bb5ac236f65f" providerId="Windows Live" clId="Web-{7856A14F-ED29-05B3-5315-66A6F0C7729A}" dt="2026-08-27T08:35:58.991" v="330" actId="20577"/>
          <ac:spMkLst>
            <pc:docMk/>
            <pc:sldMk cId="0" sldId="258"/>
            <ac:spMk id="2" creationId="{64B0FA88-EB2C-2307-AD80-627928C282AA}"/>
          </ac:spMkLst>
        </pc:spChg>
        <pc:spChg chg="mod">
          <ac:chgData name="Agamya R Jain" userId="5379bb5ac236f65f" providerId="Windows Live" clId="Web-{7856A14F-ED29-05B3-5315-66A6F0C7729A}" dt="2026-08-27T07:54:53.364" v="231" actId="20577"/>
          <ac:spMkLst>
            <pc:docMk/>
            <pc:sldMk cId="0" sldId="258"/>
            <ac:spMk id="166" creationId="{00000000-0000-0000-0000-000000000000}"/>
          </ac:spMkLst>
        </pc:spChg>
        <pc:graphicFrameChg chg="add mod modGraphic">
          <ac:chgData name="Agamya R Jain" userId="5379bb5ac236f65f" providerId="Windows Live" clId="Web-{7856A14F-ED29-05B3-5315-66A6F0C7729A}" dt="2026-08-27T08:09:50.909" v="297"/>
          <ac:graphicFrameMkLst>
            <pc:docMk/>
            <pc:sldMk cId="0" sldId="258"/>
            <ac:graphicFrameMk id="3" creationId="{848E512B-D7E7-1C12-C685-120AFF7F6C92}"/>
          </ac:graphicFrameMkLst>
        </pc:graphicFrameChg>
      </pc:sldChg>
      <pc:sldChg chg="modSp">
        <pc:chgData name="Agamya R Jain" userId="5379bb5ac236f65f" providerId="Windows Live" clId="Web-{7856A14F-ED29-05B3-5315-66A6F0C7729A}" dt="2026-08-27T08:17:43.534" v="314" actId="20577"/>
        <pc:sldMkLst>
          <pc:docMk/>
          <pc:sldMk cId="0" sldId="260"/>
        </pc:sldMkLst>
        <pc:spChg chg="mod">
          <ac:chgData name="Agamya R Jain" userId="5379bb5ac236f65f" providerId="Windows Live" clId="Web-{7856A14F-ED29-05B3-5315-66A6F0C7729A}" dt="2026-08-27T08:17:43.534" v="314" actId="20577"/>
          <ac:spMkLst>
            <pc:docMk/>
            <pc:sldMk cId="0" sldId="260"/>
            <ac:spMk id="230" creationId="{00000000-0000-0000-0000-000000000000}"/>
          </ac:spMkLst>
        </pc:spChg>
      </pc:sldChg>
      <pc:sldChg chg="modSp">
        <pc:chgData name="Agamya R Jain" userId="5379bb5ac236f65f" providerId="Windows Live" clId="Web-{7856A14F-ED29-05B3-5315-66A6F0C7729A}" dt="2026-08-27T08:32:10.218" v="325" actId="1076"/>
        <pc:sldMkLst>
          <pc:docMk/>
          <pc:sldMk cId="0" sldId="263"/>
        </pc:sldMkLst>
        <pc:spChg chg="mod">
          <ac:chgData name="Agamya R Jain" userId="5379bb5ac236f65f" providerId="Windows Live" clId="Web-{7856A14F-ED29-05B3-5315-66A6F0C7729A}" dt="2026-08-27T08:32:10.218" v="325" actId="1076"/>
          <ac:spMkLst>
            <pc:docMk/>
            <pc:sldMk cId="0" sldId="263"/>
            <ac:spMk id="41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GU!$B$1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GU!$A$2:$A$11</c:f>
              <c:strCache>
                <c:ptCount val="10"/>
                <c:pt idx="0">
                  <c:v>CMP0527 - Skin Drive</c:v>
                </c:pt>
                <c:pt idx="1">
                  <c:v>CMP0573 - Aura Push</c:v>
                </c:pt>
                <c:pt idx="2">
                  <c:v>CMP0464 - Bliss Drive</c:v>
                </c:pt>
                <c:pt idx="3">
                  <c:v>CMP0249 - Aura Sale</c:v>
                </c:pt>
                <c:pt idx="4">
                  <c:v>CMP0846 - Glow Launch</c:v>
                </c:pt>
                <c:pt idx="5">
                  <c:v>CMP0940 - Pure Launch</c:v>
                </c:pt>
                <c:pt idx="6">
                  <c:v>CMP0776 - Radiant Boost</c:v>
                </c:pt>
                <c:pt idx="7">
                  <c:v>CMP0574 - Glow Offer</c:v>
                </c:pt>
                <c:pt idx="8">
                  <c:v>CMP0785 - Bliss Drop</c:v>
                </c:pt>
                <c:pt idx="9">
                  <c:v>CMP0822 - Aura Fest</c:v>
                </c:pt>
              </c:strCache>
            </c:strRef>
          </c:cat>
          <c:val>
            <c:numRef>
              <c:f>GU!$B$2:$B$11</c:f>
              <c:numCache>
                <c:formatCode>0.00%</c:formatCode>
                <c:ptCount val="10"/>
                <c:pt idx="0">
                  <c:v>37.227600000000002</c:v>
                </c:pt>
                <c:pt idx="1">
                  <c:v>39.988900000000001</c:v>
                </c:pt>
                <c:pt idx="2">
                  <c:v>41.605499999999999</c:v>
                </c:pt>
                <c:pt idx="3">
                  <c:v>42.766199999999998</c:v>
                </c:pt>
                <c:pt idx="4">
                  <c:v>49.581400000000002</c:v>
                </c:pt>
                <c:pt idx="5">
                  <c:v>50.200699999999998</c:v>
                </c:pt>
                <c:pt idx="6">
                  <c:v>50.845599999999997</c:v>
                </c:pt>
                <c:pt idx="7">
                  <c:v>57.941699999999997</c:v>
                </c:pt>
                <c:pt idx="8">
                  <c:v>58.8994</c:v>
                </c:pt>
                <c:pt idx="9">
                  <c:v>98.496799999999993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A4-42CE-AAEC-9A78D6E040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7"/>
        <c:overlap val="100"/>
        <c:axId val="288849927"/>
        <c:axId val="288851975"/>
      </c:barChart>
      <c:catAx>
        <c:axId val="2888499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288851975"/>
        <c:crosses val="autoZero"/>
        <c:auto val="1"/>
        <c:lblAlgn val="ctr"/>
        <c:lblOffset val="100"/>
        <c:noMultiLvlLbl val="0"/>
      </c:catAx>
      <c:valAx>
        <c:axId val="288851975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2888499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{"Conversions"}</c:f>
              <c:strCache>
                <c:ptCount val="1"/>
                <c:pt idx="0">
                  <c:v>Conversions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GU!$F$14:$F$17</c:f>
              <c:strCache>
                <c:ptCount val="4"/>
                <c:pt idx="0">
                  <c:v>Influencer​</c:v>
                </c:pt>
                <c:pt idx="1">
                  <c:v>Event​</c:v>
                </c:pt>
                <c:pt idx="2">
                  <c:v>Social Media​</c:v>
                </c:pt>
                <c:pt idx="3">
                  <c:v>Email​</c:v>
                </c:pt>
              </c:strCache>
            </c:strRef>
          </c:cat>
          <c:val>
            <c:numRef>
              <c:f>GU!$G$14:$G$17</c:f>
              <c:numCache>
                <c:formatCode>_(* #,##0_);_(* \(#,##0\);_(* "-"??_);_(@_)</c:formatCode>
                <c:ptCount val="4"/>
                <c:pt idx="0">
                  <c:v>58571</c:v>
                </c:pt>
                <c:pt idx="1">
                  <c:v>54151</c:v>
                </c:pt>
                <c:pt idx="2">
                  <c:v>49069</c:v>
                </c:pt>
                <c:pt idx="3">
                  <c:v>45823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19-4CA5-8A83-1845D92D8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94682887"/>
        <c:axId val="1994684935"/>
      </c:barChart>
      <c:lineChart>
        <c:grouping val="standard"/>
        <c:varyColors val="0"/>
        <c:ser>
          <c:idx val="1"/>
          <c:order val="1"/>
          <c:tx>
            <c:strRef>
              <c:f>GU!$H$13</c:f>
              <c:strCache>
                <c:ptCount val="1"/>
                <c:pt idx="0">
                  <c:v>CPA (Cost per Acquisition)​</c:v>
                </c:pt>
              </c:strCache>
            </c:strRef>
          </c:tx>
          <c:spPr>
            <a:ln w="28575" cap="rnd">
              <a:solidFill>
                <a:srgbClr val="54823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4.1666666666666664E-2"/>
                  <c:y val="3.1249999999999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819-4CA5-8A83-1845D92D8FCF}"/>
                </c:ext>
              </c:extLst>
            </c:dLbl>
            <c:dLbl>
              <c:idx val="1"/>
              <c:layout>
                <c:manualLayout>
                  <c:x val="2.708333333333328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819-4CA5-8A83-1845D92D8F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GU!$F$14:$F$17</c:f>
              <c:strCache>
                <c:ptCount val="4"/>
                <c:pt idx="0">
                  <c:v>Influencer​</c:v>
                </c:pt>
                <c:pt idx="1">
                  <c:v>Event​</c:v>
                </c:pt>
                <c:pt idx="2">
                  <c:v>Social Media​</c:v>
                </c:pt>
                <c:pt idx="3">
                  <c:v>Email​</c:v>
                </c:pt>
              </c:strCache>
            </c:strRef>
          </c:cat>
          <c:val>
            <c:numRef>
              <c:f>GU!$H$14:$H$17</c:f>
              <c:numCache>
                <c:formatCode>[$₹-4009]\ #,##0.00</c:formatCode>
                <c:ptCount val="4"/>
                <c:pt idx="0">
                  <c:v>50.63</c:v>
                </c:pt>
                <c:pt idx="1">
                  <c:v>46.39</c:v>
                </c:pt>
                <c:pt idx="2">
                  <c:v>50.66</c:v>
                </c:pt>
                <c:pt idx="3">
                  <c:v>51.92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19-4CA5-8A83-1845D92D8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4148359"/>
        <c:axId val="2074145287"/>
      </c:lineChart>
      <c:catAx>
        <c:axId val="1994682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994684935"/>
        <c:crosses val="autoZero"/>
        <c:auto val="1"/>
        <c:lblAlgn val="ctr"/>
        <c:lblOffset val="100"/>
        <c:noMultiLvlLbl val="0"/>
      </c:catAx>
      <c:valAx>
        <c:axId val="1994684935"/>
        <c:scaling>
          <c:orientation val="minMax"/>
          <c:min val="40000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994682887"/>
        <c:crosses val="autoZero"/>
        <c:crossBetween val="between"/>
      </c:valAx>
      <c:valAx>
        <c:axId val="2074145287"/>
        <c:scaling>
          <c:orientation val="minMax"/>
          <c:min val="45"/>
        </c:scaling>
        <c:delete val="0"/>
        <c:axPos val="r"/>
        <c:numFmt formatCode="[$₹-4009]\ 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2074148359"/>
        <c:crosses val="max"/>
        <c:crossBetween val="between"/>
      </c:valAx>
      <c:catAx>
        <c:axId val="20741483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414528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9.9042103208173374E-2"/>
          <c:y val="0.14684430269001186"/>
          <c:w val="0.62625065616797904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4"/>
          <c:order val="0"/>
          <c:tx>
            <c:strRef>
              <c:f>{"Leads - Conversion Rate"}</c:f>
              <c:strCache>
                <c:ptCount val="1"/>
                <c:pt idx="0">
                  <c:v>Leads - Conversion Rate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3"/>
            <c:spPr>
              <a:solidFill>
                <a:srgbClr val="002060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GU!B2:B1001</c:f>
              <c:numCache>
                <c:formatCode>0</c:formatCode>
                <c:ptCount val="1000"/>
                <c:pt idx="0">
                  <c:v>2000</c:v>
                </c:pt>
                <c:pt idx="1">
                  <c:v>1999</c:v>
                </c:pt>
                <c:pt idx="2">
                  <c:v>1996</c:v>
                </c:pt>
                <c:pt idx="3">
                  <c:v>1995</c:v>
                </c:pt>
                <c:pt idx="4">
                  <c:v>1993</c:v>
                </c:pt>
                <c:pt idx="5">
                  <c:v>1992</c:v>
                </c:pt>
                <c:pt idx="6">
                  <c:v>1992</c:v>
                </c:pt>
                <c:pt idx="7">
                  <c:v>1982</c:v>
                </c:pt>
                <c:pt idx="8">
                  <c:v>1981</c:v>
                </c:pt>
                <c:pt idx="9">
                  <c:v>1978</c:v>
                </c:pt>
                <c:pt idx="10">
                  <c:v>1978</c:v>
                </c:pt>
                <c:pt idx="11">
                  <c:v>1977</c:v>
                </c:pt>
                <c:pt idx="12">
                  <c:v>1976</c:v>
                </c:pt>
                <c:pt idx="13">
                  <c:v>1971</c:v>
                </c:pt>
                <c:pt idx="14">
                  <c:v>1971</c:v>
                </c:pt>
                <c:pt idx="15">
                  <c:v>1965</c:v>
                </c:pt>
                <c:pt idx="16">
                  <c:v>1962</c:v>
                </c:pt>
                <c:pt idx="17">
                  <c:v>1962</c:v>
                </c:pt>
                <c:pt idx="18">
                  <c:v>1960</c:v>
                </c:pt>
                <c:pt idx="19">
                  <c:v>1957</c:v>
                </c:pt>
                <c:pt idx="20">
                  <c:v>1954</c:v>
                </c:pt>
                <c:pt idx="21">
                  <c:v>1951</c:v>
                </c:pt>
                <c:pt idx="22">
                  <c:v>1951</c:v>
                </c:pt>
                <c:pt idx="23">
                  <c:v>1950</c:v>
                </c:pt>
                <c:pt idx="24">
                  <c:v>1946</c:v>
                </c:pt>
                <c:pt idx="25">
                  <c:v>1946</c:v>
                </c:pt>
                <c:pt idx="26">
                  <c:v>1944</c:v>
                </c:pt>
                <c:pt idx="27">
                  <c:v>1940</c:v>
                </c:pt>
                <c:pt idx="28">
                  <c:v>1939</c:v>
                </c:pt>
                <c:pt idx="29">
                  <c:v>1937</c:v>
                </c:pt>
                <c:pt idx="30">
                  <c:v>1937</c:v>
                </c:pt>
                <c:pt idx="31">
                  <c:v>1936</c:v>
                </c:pt>
                <c:pt idx="32">
                  <c:v>1936</c:v>
                </c:pt>
                <c:pt idx="33">
                  <c:v>1932</c:v>
                </c:pt>
                <c:pt idx="34">
                  <c:v>1928</c:v>
                </c:pt>
                <c:pt idx="35">
                  <c:v>1926</c:v>
                </c:pt>
                <c:pt idx="36">
                  <c:v>1921</c:v>
                </c:pt>
                <c:pt idx="37">
                  <c:v>1919</c:v>
                </c:pt>
                <c:pt idx="38">
                  <c:v>1918</c:v>
                </c:pt>
                <c:pt idx="39">
                  <c:v>1917</c:v>
                </c:pt>
                <c:pt idx="40">
                  <c:v>1916</c:v>
                </c:pt>
                <c:pt idx="41">
                  <c:v>1915</c:v>
                </c:pt>
                <c:pt idx="42">
                  <c:v>1912</c:v>
                </c:pt>
                <c:pt idx="43">
                  <c:v>1911</c:v>
                </c:pt>
                <c:pt idx="44">
                  <c:v>1907</c:v>
                </c:pt>
                <c:pt idx="45">
                  <c:v>1906</c:v>
                </c:pt>
                <c:pt idx="46">
                  <c:v>1903</c:v>
                </c:pt>
                <c:pt idx="47">
                  <c:v>1897</c:v>
                </c:pt>
                <c:pt idx="48">
                  <c:v>1896</c:v>
                </c:pt>
                <c:pt idx="49">
                  <c:v>1893</c:v>
                </c:pt>
                <c:pt idx="50">
                  <c:v>1892</c:v>
                </c:pt>
                <c:pt idx="51">
                  <c:v>1889</c:v>
                </c:pt>
                <c:pt idx="52">
                  <c:v>1884</c:v>
                </c:pt>
                <c:pt idx="53">
                  <c:v>1880</c:v>
                </c:pt>
                <c:pt idx="54">
                  <c:v>1877</c:v>
                </c:pt>
                <c:pt idx="55">
                  <c:v>1873</c:v>
                </c:pt>
                <c:pt idx="56">
                  <c:v>1871</c:v>
                </c:pt>
                <c:pt idx="57">
                  <c:v>1868</c:v>
                </c:pt>
                <c:pt idx="58">
                  <c:v>1867</c:v>
                </c:pt>
                <c:pt idx="59">
                  <c:v>1866</c:v>
                </c:pt>
                <c:pt idx="60">
                  <c:v>1866</c:v>
                </c:pt>
                <c:pt idx="61">
                  <c:v>1865</c:v>
                </c:pt>
                <c:pt idx="62">
                  <c:v>1865</c:v>
                </c:pt>
                <c:pt idx="63">
                  <c:v>1861</c:v>
                </c:pt>
                <c:pt idx="64">
                  <c:v>1861</c:v>
                </c:pt>
                <c:pt idx="65">
                  <c:v>1860</c:v>
                </c:pt>
                <c:pt idx="66">
                  <c:v>1856</c:v>
                </c:pt>
                <c:pt idx="67">
                  <c:v>1851</c:v>
                </c:pt>
                <c:pt idx="68">
                  <c:v>1851</c:v>
                </c:pt>
                <c:pt idx="69">
                  <c:v>1849</c:v>
                </c:pt>
                <c:pt idx="70">
                  <c:v>1849</c:v>
                </c:pt>
                <c:pt idx="71">
                  <c:v>1846</c:v>
                </c:pt>
                <c:pt idx="72">
                  <c:v>1845</c:v>
                </c:pt>
                <c:pt idx="73">
                  <c:v>1832</c:v>
                </c:pt>
                <c:pt idx="74">
                  <c:v>1831</c:v>
                </c:pt>
                <c:pt idx="75">
                  <c:v>1831</c:v>
                </c:pt>
                <c:pt idx="76">
                  <c:v>1827</c:v>
                </c:pt>
                <c:pt idx="77">
                  <c:v>1822</c:v>
                </c:pt>
                <c:pt idx="78">
                  <c:v>1820</c:v>
                </c:pt>
                <c:pt idx="79">
                  <c:v>1820</c:v>
                </c:pt>
                <c:pt idx="80">
                  <c:v>1819</c:v>
                </c:pt>
                <c:pt idx="81">
                  <c:v>1819</c:v>
                </c:pt>
                <c:pt idx="82">
                  <c:v>1818</c:v>
                </c:pt>
                <c:pt idx="83">
                  <c:v>1818</c:v>
                </c:pt>
                <c:pt idx="84">
                  <c:v>1817</c:v>
                </c:pt>
                <c:pt idx="85">
                  <c:v>1815</c:v>
                </c:pt>
                <c:pt idx="86">
                  <c:v>1815</c:v>
                </c:pt>
                <c:pt idx="87">
                  <c:v>1812</c:v>
                </c:pt>
                <c:pt idx="88">
                  <c:v>1810</c:v>
                </c:pt>
                <c:pt idx="89">
                  <c:v>1809</c:v>
                </c:pt>
                <c:pt idx="90">
                  <c:v>1809</c:v>
                </c:pt>
                <c:pt idx="91">
                  <c:v>1807</c:v>
                </c:pt>
                <c:pt idx="92">
                  <c:v>1805</c:v>
                </c:pt>
                <c:pt idx="93">
                  <c:v>1799</c:v>
                </c:pt>
                <c:pt idx="94">
                  <c:v>1797</c:v>
                </c:pt>
                <c:pt idx="95">
                  <c:v>1796</c:v>
                </c:pt>
                <c:pt idx="96">
                  <c:v>1796</c:v>
                </c:pt>
                <c:pt idx="97">
                  <c:v>1791</c:v>
                </c:pt>
                <c:pt idx="98">
                  <c:v>1787</c:v>
                </c:pt>
                <c:pt idx="99">
                  <c:v>1784</c:v>
                </c:pt>
                <c:pt idx="100">
                  <c:v>1781</c:v>
                </c:pt>
                <c:pt idx="101">
                  <c:v>1781</c:v>
                </c:pt>
                <c:pt idx="102">
                  <c:v>1779</c:v>
                </c:pt>
                <c:pt idx="103">
                  <c:v>1776</c:v>
                </c:pt>
                <c:pt idx="104">
                  <c:v>1772</c:v>
                </c:pt>
                <c:pt idx="105">
                  <c:v>1769</c:v>
                </c:pt>
                <c:pt idx="106">
                  <c:v>1763</c:v>
                </c:pt>
                <c:pt idx="107">
                  <c:v>1763</c:v>
                </c:pt>
                <c:pt idx="108">
                  <c:v>1762</c:v>
                </c:pt>
                <c:pt idx="109">
                  <c:v>1753</c:v>
                </c:pt>
                <c:pt idx="110">
                  <c:v>1752</c:v>
                </c:pt>
                <c:pt idx="111">
                  <c:v>1747</c:v>
                </c:pt>
                <c:pt idx="112">
                  <c:v>1744</c:v>
                </c:pt>
                <c:pt idx="113">
                  <c:v>1743</c:v>
                </c:pt>
                <c:pt idx="114">
                  <c:v>1742</c:v>
                </c:pt>
                <c:pt idx="115">
                  <c:v>1740</c:v>
                </c:pt>
                <c:pt idx="116">
                  <c:v>1734</c:v>
                </c:pt>
                <c:pt idx="117">
                  <c:v>1731</c:v>
                </c:pt>
                <c:pt idx="118">
                  <c:v>1730</c:v>
                </c:pt>
                <c:pt idx="119">
                  <c:v>1730</c:v>
                </c:pt>
                <c:pt idx="120">
                  <c:v>1730</c:v>
                </c:pt>
                <c:pt idx="121">
                  <c:v>1724</c:v>
                </c:pt>
                <c:pt idx="122">
                  <c:v>1721</c:v>
                </c:pt>
                <c:pt idx="123">
                  <c:v>1714</c:v>
                </c:pt>
                <c:pt idx="124">
                  <c:v>1714</c:v>
                </c:pt>
                <c:pt idx="125">
                  <c:v>1713</c:v>
                </c:pt>
                <c:pt idx="126">
                  <c:v>1711</c:v>
                </c:pt>
                <c:pt idx="127">
                  <c:v>1710</c:v>
                </c:pt>
                <c:pt idx="128">
                  <c:v>1709</c:v>
                </c:pt>
                <c:pt idx="129">
                  <c:v>1708</c:v>
                </c:pt>
                <c:pt idx="130">
                  <c:v>1707</c:v>
                </c:pt>
                <c:pt idx="131">
                  <c:v>1705</c:v>
                </c:pt>
                <c:pt idx="132">
                  <c:v>1702</c:v>
                </c:pt>
                <c:pt idx="133">
                  <c:v>1701</c:v>
                </c:pt>
                <c:pt idx="134">
                  <c:v>1700</c:v>
                </c:pt>
                <c:pt idx="135">
                  <c:v>1700</c:v>
                </c:pt>
                <c:pt idx="136">
                  <c:v>1697</c:v>
                </c:pt>
                <c:pt idx="137">
                  <c:v>1697</c:v>
                </c:pt>
                <c:pt idx="138">
                  <c:v>1696</c:v>
                </c:pt>
                <c:pt idx="139">
                  <c:v>1692</c:v>
                </c:pt>
                <c:pt idx="140">
                  <c:v>1690</c:v>
                </c:pt>
                <c:pt idx="141">
                  <c:v>1689</c:v>
                </c:pt>
                <c:pt idx="142">
                  <c:v>1684</c:v>
                </c:pt>
                <c:pt idx="143">
                  <c:v>1683</c:v>
                </c:pt>
                <c:pt idx="144">
                  <c:v>1683</c:v>
                </c:pt>
                <c:pt idx="145">
                  <c:v>1681</c:v>
                </c:pt>
                <c:pt idx="146">
                  <c:v>1680</c:v>
                </c:pt>
                <c:pt idx="147">
                  <c:v>1675</c:v>
                </c:pt>
                <c:pt idx="148">
                  <c:v>1674</c:v>
                </c:pt>
                <c:pt idx="149">
                  <c:v>1672</c:v>
                </c:pt>
                <c:pt idx="150">
                  <c:v>1670</c:v>
                </c:pt>
                <c:pt idx="151">
                  <c:v>1668</c:v>
                </c:pt>
                <c:pt idx="152">
                  <c:v>1667</c:v>
                </c:pt>
                <c:pt idx="153">
                  <c:v>1667</c:v>
                </c:pt>
                <c:pt idx="154">
                  <c:v>1665</c:v>
                </c:pt>
                <c:pt idx="155">
                  <c:v>1664</c:v>
                </c:pt>
                <c:pt idx="156">
                  <c:v>1661</c:v>
                </c:pt>
                <c:pt idx="157">
                  <c:v>1661</c:v>
                </c:pt>
                <c:pt idx="158">
                  <c:v>1659</c:v>
                </c:pt>
                <c:pt idx="159">
                  <c:v>1659</c:v>
                </c:pt>
                <c:pt idx="160">
                  <c:v>1655</c:v>
                </c:pt>
                <c:pt idx="161">
                  <c:v>1655</c:v>
                </c:pt>
                <c:pt idx="162">
                  <c:v>1655</c:v>
                </c:pt>
                <c:pt idx="163">
                  <c:v>1644</c:v>
                </c:pt>
                <c:pt idx="164">
                  <c:v>1644</c:v>
                </c:pt>
                <c:pt idx="165">
                  <c:v>1636</c:v>
                </c:pt>
                <c:pt idx="166">
                  <c:v>1636</c:v>
                </c:pt>
                <c:pt idx="167">
                  <c:v>1634</c:v>
                </c:pt>
                <c:pt idx="168">
                  <c:v>1627</c:v>
                </c:pt>
                <c:pt idx="169">
                  <c:v>1627</c:v>
                </c:pt>
                <c:pt idx="170">
                  <c:v>1626</c:v>
                </c:pt>
                <c:pt idx="171">
                  <c:v>1624</c:v>
                </c:pt>
                <c:pt idx="172">
                  <c:v>1623</c:v>
                </c:pt>
                <c:pt idx="173">
                  <c:v>1611</c:v>
                </c:pt>
                <c:pt idx="174">
                  <c:v>1609</c:v>
                </c:pt>
                <c:pt idx="175">
                  <c:v>1608</c:v>
                </c:pt>
                <c:pt idx="176">
                  <c:v>1604</c:v>
                </c:pt>
                <c:pt idx="177">
                  <c:v>1601</c:v>
                </c:pt>
                <c:pt idx="178">
                  <c:v>1599</c:v>
                </c:pt>
                <c:pt idx="179">
                  <c:v>1598</c:v>
                </c:pt>
                <c:pt idx="180">
                  <c:v>1588</c:v>
                </c:pt>
                <c:pt idx="181">
                  <c:v>1587</c:v>
                </c:pt>
                <c:pt idx="182">
                  <c:v>1584</c:v>
                </c:pt>
                <c:pt idx="183">
                  <c:v>1582</c:v>
                </c:pt>
                <c:pt idx="184">
                  <c:v>1581</c:v>
                </c:pt>
                <c:pt idx="185">
                  <c:v>1580</c:v>
                </c:pt>
                <c:pt idx="186">
                  <c:v>1579</c:v>
                </c:pt>
                <c:pt idx="187">
                  <c:v>1579</c:v>
                </c:pt>
                <c:pt idx="188">
                  <c:v>1578</c:v>
                </c:pt>
                <c:pt idx="189">
                  <c:v>1578</c:v>
                </c:pt>
                <c:pt idx="190">
                  <c:v>1576</c:v>
                </c:pt>
                <c:pt idx="191">
                  <c:v>1575</c:v>
                </c:pt>
                <c:pt idx="192">
                  <c:v>1573</c:v>
                </c:pt>
                <c:pt idx="193">
                  <c:v>1570</c:v>
                </c:pt>
                <c:pt idx="194">
                  <c:v>1564</c:v>
                </c:pt>
                <c:pt idx="195">
                  <c:v>1564</c:v>
                </c:pt>
                <c:pt idx="196">
                  <c:v>1563</c:v>
                </c:pt>
                <c:pt idx="197">
                  <c:v>1563</c:v>
                </c:pt>
                <c:pt idx="198">
                  <c:v>1562</c:v>
                </c:pt>
                <c:pt idx="199">
                  <c:v>1562</c:v>
                </c:pt>
                <c:pt idx="200">
                  <c:v>1556</c:v>
                </c:pt>
                <c:pt idx="201">
                  <c:v>1555</c:v>
                </c:pt>
                <c:pt idx="202">
                  <c:v>1554</c:v>
                </c:pt>
                <c:pt idx="203">
                  <c:v>1553</c:v>
                </c:pt>
                <c:pt idx="204">
                  <c:v>1551</c:v>
                </c:pt>
                <c:pt idx="205">
                  <c:v>1549</c:v>
                </c:pt>
                <c:pt idx="206">
                  <c:v>1545</c:v>
                </c:pt>
                <c:pt idx="207">
                  <c:v>1537</c:v>
                </c:pt>
                <c:pt idx="208">
                  <c:v>1536</c:v>
                </c:pt>
                <c:pt idx="209">
                  <c:v>1535</c:v>
                </c:pt>
                <c:pt idx="210">
                  <c:v>1535</c:v>
                </c:pt>
                <c:pt idx="211">
                  <c:v>1533</c:v>
                </c:pt>
                <c:pt idx="212">
                  <c:v>1533</c:v>
                </c:pt>
                <c:pt idx="213">
                  <c:v>1528</c:v>
                </c:pt>
                <c:pt idx="214">
                  <c:v>1527</c:v>
                </c:pt>
                <c:pt idx="215">
                  <c:v>1526</c:v>
                </c:pt>
                <c:pt idx="216">
                  <c:v>1521</c:v>
                </c:pt>
                <c:pt idx="217">
                  <c:v>1521</c:v>
                </c:pt>
                <c:pt idx="218">
                  <c:v>1521</c:v>
                </c:pt>
                <c:pt idx="219">
                  <c:v>1521</c:v>
                </c:pt>
                <c:pt idx="220">
                  <c:v>1520</c:v>
                </c:pt>
                <c:pt idx="221">
                  <c:v>1519</c:v>
                </c:pt>
                <c:pt idx="222">
                  <c:v>1518</c:v>
                </c:pt>
                <c:pt idx="223">
                  <c:v>1515</c:v>
                </c:pt>
                <c:pt idx="224">
                  <c:v>1514</c:v>
                </c:pt>
                <c:pt idx="225">
                  <c:v>1512</c:v>
                </c:pt>
                <c:pt idx="226">
                  <c:v>1511</c:v>
                </c:pt>
                <c:pt idx="227">
                  <c:v>1508</c:v>
                </c:pt>
                <c:pt idx="228">
                  <c:v>1504</c:v>
                </c:pt>
                <c:pt idx="229">
                  <c:v>1504</c:v>
                </c:pt>
                <c:pt idx="230">
                  <c:v>1503</c:v>
                </c:pt>
                <c:pt idx="231">
                  <c:v>1498</c:v>
                </c:pt>
                <c:pt idx="232">
                  <c:v>1497</c:v>
                </c:pt>
                <c:pt idx="233">
                  <c:v>1493</c:v>
                </c:pt>
                <c:pt idx="234">
                  <c:v>1493</c:v>
                </c:pt>
                <c:pt idx="235">
                  <c:v>1493</c:v>
                </c:pt>
                <c:pt idx="236">
                  <c:v>1492</c:v>
                </c:pt>
                <c:pt idx="237">
                  <c:v>1484</c:v>
                </c:pt>
                <c:pt idx="238">
                  <c:v>1480</c:v>
                </c:pt>
                <c:pt idx="239">
                  <c:v>1480</c:v>
                </c:pt>
                <c:pt idx="240">
                  <c:v>1479</c:v>
                </c:pt>
                <c:pt idx="241">
                  <c:v>1479</c:v>
                </c:pt>
                <c:pt idx="242">
                  <c:v>1479</c:v>
                </c:pt>
                <c:pt idx="243">
                  <c:v>1476</c:v>
                </c:pt>
                <c:pt idx="244">
                  <c:v>1471</c:v>
                </c:pt>
                <c:pt idx="245">
                  <c:v>1470</c:v>
                </c:pt>
                <c:pt idx="246">
                  <c:v>1470</c:v>
                </c:pt>
                <c:pt idx="247">
                  <c:v>1469</c:v>
                </c:pt>
                <c:pt idx="248">
                  <c:v>1469</c:v>
                </c:pt>
                <c:pt idx="249">
                  <c:v>1468</c:v>
                </c:pt>
                <c:pt idx="250">
                  <c:v>1464</c:v>
                </c:pt>
                <c:pt idx="251">
                  <c:v>1462</c:v>
                </c:pt>
                <c:pt idx="252">
                  <c:v>1456</c:v>
                </c:pt>
                <c:pt idx="253">
                  <c:v>1453</c:v>
                </c:pt>
                <c:pt idx="254">
                  <c:v>1452</c:v>
                </c:pt>
                <c:pt idx="255">
                  <c:v>1452</c:v>
                </c:pt>
                <c:pt idx="256">
                  <c:v>1448</c:v>
                </c:pt>
                <c:pt idx="257">
                  <c:v>1444</c:v>
                </c:pt>
                <c:pt idx="258">
                  <c:v>1441</c:v>
                </c:pt>
                <c:pt idx="259">
                  <c:v>1439</c:v>
                </c:pt>
                <c:pt idx="260">
                  <c:v>1438</c:v>
                </c:pt>
                <c:pt idx="261">
                  <c:v>1438</c:v>
                </c:pt>
                <c:pt idx="262">
                  <c:v>1432</c:v>
                </c:pt>
                <c:pt idx="263">
                  <c:v>1430</c:v>
                </c:pt>
                <c:pt idx="264">
                  <c:v>1428</c:v>
                </c:pt>
                <c:pt idx="265">
                  <c:v>1424</c:v>
                </c:pt>
                <c:pt idx="266">
                  <c:v>1423</c:v>
                </c:pt>
                <c:pt idx="267">
                  <c:v>1422</c:v>
                </c:pt>
                <c:pt idx="268">
                  <c:v>1422</c:v>
                </c:pt>
                <c:pt idx="269">
                  <c:v>1422</c:v>
                </c:pt>
                <c:pt idx="270">
                  <c:v>1416</c:v>
                </c:pt>
                <c:pt idx="271">
                  <c:v>1415</c:v>
                </c:pt>
                <c:pt idx="272">
                  <c:v>1410</c:v>
                </c:pt>
                <c:pt idx="273">
                  <c:v>1408</c:v>
                </c:pt>
                <c:pt idx="274">
                  <c:v>1406</c:v>
                </c:pt>
                <c:pt idx="275">
                  <c:v>1406</c:v>
                </c:pt>
                <c:pt idx="276">
                  <c:v>1405</c:v>
                </c:pt>
                <c:pt idx="277">
                  <c:v>1403</c:v>
                </c:pt>
                <c:pt idx="278">
                  <c:v>1401</c:v>
                </c:pt>
                <c:pt idx="279">
                  <c:v>1401</c:v>
                </c:pt>
                <c:pt idx="280">
                  <c:v>1400</c:v>
                </c:pt>
                <c:pt idx="281">
                  <c:v>1399</c:v>
                </c:pt>
                <c:pt idx="282">
                  <c:v>1394</c:v>
                </c:pt>
                <c:pt idx="283">
                  <c:v>1394</c:v>
                </c:pt>
                <c:pt idx="284">
                  <c:v>1389</c:v>
                </c:pt>
                <c:pt idx="285">
                  <c:v>1387</c:v>
                </c:pt>
                <c:pt idx="286">
                  <c:v>1384</c:v>
                </c:pt>
                <c:pt idx="287">
                  <c:v>1383</c:v>
                </c:pt>
                <c:pt idx="288">
                  <c:v>1383</c:v>
                </c:pt>
                <c:pt idx="289">
                  <c:v>1381</c:v>
                </c:pt>
                <c:pt idx="290">
                  <c:v>1381</c:v>
                </c:pt>
                <c:pt idx="291">
                  <c:v>1379</c:v>
                </c:pt>
                <c:pt idx="292">
                  <c:v>1378</c:v>
                </c:pt>
                <c:pt idx="293">
                  <c:v>1376</c:v>
                </c:pt>
                <c:pt idx="294">
                  <c:v>1376</c:v>
                </c:pt>
                <c:pt idx="295">
                  <c:v>1375</c:v>
                </c:pt>
                <c:pt idx="296">
                  <c:v>1373</c:v>
                </c:pt>
                <c:pt idx="297">
                  <c:v>1371</c:v>
                </c:pt>
                <c:pt idx="298">
                  <c:v>1371</c:v>
                </c:pt>
                <c:pt idx="299">
                  <c:v>1371</c:v>
                </c:pt>
                <c:pt idx="300">
                  <c:v>1370</c:v>
                </c:pt>
                <c:pt idx="301">
                  <c:v>1370</c:v>
                </c:pt>
                <c:pt idx="302">
                  <c:v>1367</c:v>
                </c:pt>
                <c:pt idx="303">
                  <c:v>1366</c:v>
                </c:pt>
                <c:pt idx="304">
                  <c:v>1365</c:v>
                </c:pt>
                <c:pt idx="305">
                  <c:v>1362</c:v>
                </c:pt>
                <c:pt idx="306">
                  <c:v>1361</c:v>
                </c:pt>
                <c:pt idx="307">
                  <c:v>1361</c:v>
                </c:pt>
                <c:pt idx="308">
                  <c:v>1358</c:v>
                </c:pt>
                <c:pt idx="309">
                  <c:v>1354</c:v>
                </c:pt>
                <c:pt idx="310">
                  <c:v>1349</c:v>
                </c:pt>
                <c:pt idx="311">
                  <c:v>1349</c:v>
                </c:pt>
                <c:pt idx="312">
                  <c:v>1346</c:v>
                </c:pt>
                <c:pt idx="313">
                  <c:v>1346</c:v>
                </c:pt>
                <c:pt idx="314">
                  <c:v>1342</c:v>
                </c:pt>
                <c:pt idx="315">
                  <c:v>1342</c:v>
                </c:pt>
                <c:pt idx="316">
                  <c:v>1340</c:v>
                </c:pt>
                <c:pt idx="317">
                  <c:v>1336</c:v>
                </c:pt>
                <c:pt idx="318">
                  <c:v>1334</c:v>
                </c:pt>
                <c:pt idx="319">
                  <c:v>1333</c:v>
                </c:pt>
                <c:pt idx="320">
                  <c:v>1332</c:v>
                </c:pt>
                <c:pt idx="321">
                  <c:v>1330</c:v>
                </c:pt>
                <c:pt idx="322">
                  <c:v>1330</c:v>
                </c:pt>
                <c:pt idx="323">
                  <c:v>1330</c:v>
                </c:pt>
                <c:pt idx="324">
                  <c:v>1330</c:v>
                </c:pt>
                <c:pt idx="325">
                  <c:v>1329</c:v>
                </c:pt>
                <c:pt idx="326">
                  <c:v>1328</c:v>
                </c:pt>
                <c:pt idx="327">
                  <c:v>1327</c:v>
                </c:pt>
                <c:pt idx="328">
                  <c:v>1326</c:v>
                </c:pt>
                <c:pt idx="329">
                  <c:v>1322</c:v>
                </c:pt>
                <c:pt idx="330">
                  <c:v>1317</c:v>
                </c:pt>
                <c:pt idx="331">
                  <c:v>1316</c:v>
                </c:pt>
                <c:pt idx="332">
                  <c:v>1316</c:v>
                </c:pt>
                <c:pt idx="333">
                  <c:v>1315</c:v>
                </c:pt>
                <c:pt idx="334">
                  <c:v>1315</c:v>
                </c:pt>
                <c:pt idx="335">
                  <c:v>1312</c:v>
                </c:pt>
                <c:pt idx="336">
                  <c:v>1310</c:v>
                </c:pt>
                <c:pt idx="337">
                  <c:v>1306</c:v>
                </c:pt>
                <c:pt idx="338">
                  <c:v>1306</c:v>
                </c:pt>
                <c:pt idx="339">
                  <c:v>1305</c:v>
                </c:pt>
                <c:pt idx="340">
                  <c:v>1303</c:v>
                </c:pt>
                <c:pt idx="341">
                  <c:v>1302</c:v>
                </c:pt>
                <c:pt idx="342">
                  <c:v>1299</c:v>
                </c:pt>
                <c:pt idx="343">
                  <c:v>1299</c:v>
                </c:pt>
                <c:pt idx="344">
                  <c:v>1298</c:v>
                </c:pt>
                <c:pt idx="345">
                  <c:v>1296</c:v>
                </c:pt>
                <c:pt idx="346">
                  <c:v>1294</c:v>
                </c:pt>
                <c:pt idx="347">
                  <c:v>1293</c:v>
                </c:pt>
                <c:pt idx="348">
                  <c:v>1291</c:v>
                </c:pt>
                <c:pt idx="349">
                  <c:v>1290</c:v>
                </c:pt>
                <c:pt idx="350">
                  <c:v>1290</c:v>
                </c:pt>
                <c:pt idx="351">
                  <c:v>1285</c:v>
                </c:pt>
                <c:pt idx="352">
                  <c:v>1283</c:v>
                </c:pt>
                <c:pt idx="353">
                  <c:v>1282</c:v>
                </c:pt>
                <c:pt idx="354">
                  <c:v>1280</c:v>
                </c:pt>
                <c:pt idx="355">
                  <c:v>1275</c:v>
                </c:pt>
                <c:pt idx="356">
                  <c:v>1274</c:v>
                </c:pt>
                <c:pt idx="357">
                  <c:v>1270</c:v>
                </c:pt>
                <c:pt idx="358">
                  <c:v>1270</c:v>
                </c:pt>
                <c:pt idx="359">
                  <c:v>1264</c:v>
                </c:pt>
                <c:pt idx="360">
                  <c:v>1264</c:v>
                </c:pt>
                <c:pt idx="361">
                  <c:v>1261</c:v>
                </c:pt>
                <c:pt idx="362">
                  <c:v>1260</c:v>
                </c:pt>
                <c:pt idx="363">
                  <c:v>1259</c:v>
                </c:pt>
                <c:pt idx="364">
                  <c:v>1255</c:v>
                </c:pt>
                <c:pt idx="365">
                  <c:v>1254</c:v>
                </c:pt>
                <c:pt idx="366">
                  <c:v>1253</c:v>
                </c:pt>
                <c:pt idx="367">
                  <c:v>1249</c:v>
                </c:pt>
                <c:pt idx="368">
                  <c:v>1245</c:v>
                </c:pt>
                <c:pt idx="369">
                  <c:v>1244</c:v>
                </c:pt>
                <c:pt idx="370">
                  <c:v>1238</c:v>
                </c:pt>
                <c:pt idx="371">
                  <c:v>1236</c:v>
                </c:pt>
                <c:pt idx="372">
                  <c:v>1233</c:v>
                </c:pt>
                <c:pt idx="373">
                  <c:v>1231</c:v>
                </c:pt>
                <c:pt idx="374">
                  <c:v>1229</c:v>
                </c:pt>
                <c:pt idx="375">
                  <c:v>1227</c:v>
                </c:pt>
                <c:pt idx="376">
                  <c:v>1225</c:v>
                </c:pt>
                <c:pt idx="377">
                  <c:v>1223</c:v>
                </c:pt>
                <c:pt idx="378">
                  <c:v>1220</c:v>
                </c:pt>
                <c:pt idx="379">
                  <c:v>1220</c:v>
                </c:pt>
                <c:pt idx="380">
                  <c:v>1219</c:v>
                </c:pt>
                <c:pt idx="381">
                  <c:v>1218</c:v>
                </c:pt>
                <c:pt idx="382">
                  <c:v>1218</c:v>
                </c:pt>
                <c:pt idx="383">
                  <c:v>1217</c:v>
                </c:pt>
                <c:pt idx="384">
                  <c:v>1217</c:v>
                </c:pt>
                <c:pt idx="385">
                  <c:v>1216</c:v>
                </c:pt>
                <c:pt idx="386">
                  <c:v>1210</c:v>
                </c:pt>
                <c:pt idx="387">
                  <c:v>1209</c:v>
                </c:pt>
                <c:pt idx="388">
                  <c:v>1207</c:v>
                </c:pt>
                <c:pt idx="389">
                  <c:v>1207</c:v>
                </c:pt>
                <c:pt idx="390">
                  <c:v>1202</c:v>
                </c:pt>
                <c:pt idx="391">
                  <c:v>1200</c:v>
                </c:pt>
                <c:pt idx="392">
                  <c:v>1198</c:v>
                </c:pt>
                <c:pt idx="393">
                  <c:v>1198</c:v>
                </c:pt>
                <c:pt idx="394">
                  <c:v>1193</c:v>
                </c:pt>
                <c:pt idx="395">
                  <c:v>1191</c:v>
                </c:pt>
                <c:pt idx="396">
                  <c:v>1190</c:v>
                </c:pt>
                <c:pt idx="397">
                  <c:v>1190</c:v>
                </c:pt>
                <c:pt idx="398">
                  <c:v>1188</c:v>
                </c:pt>
                <c:pt idx="399">
                  <c:v>1188</c:v>
                </c:pt>
                <c:pt idx="400">
                  <c:v>1183</c:v>
                </c:pt>
                <c:pt idx="401">
                  <c:v>1182</c:v>
                </c:pt>
                <c:pt idx="402">
                  <c:v>1180</c:v>
                </c:pt>
                <c:pt idx="403">
                  <c:v>1179</c:v>
                </c:pt>
                <c:pt idx="404">
                  <c:v>1178</c:v>
                </c:pt>
                <c:pt idx="405">
                  <c:v>1173</c:v>
                </c:pt>
                <c:pt idx="406">
                  <c:v>1155</c:v>
                </c:pt>
                <c:pt idx="407">
                  <c:v>1155</c:v>
                </c:pt>
                <c:pt idx="408">
                  <c:v>1151</c:v>
                </c:pt>
                <c:pt idx="409">
                  <c:v>1151</c:v>
                </c:pt>
                <c:pt idx="410">
                  <c:v>1150</c:v>
                </c:pt>
                <c:pt idx="411">
                  <c:v>1150</c:v>
                </c:pt>
                <c:pt idx="412">
                  <c:v>1149</c:v>
                </c:pt>
                <c:pt idx="413">
                  <c:v>1146</c:v>
                </c:pt>
                <c:pt idx="414">
                  <c:v>1145</c:v>
                </c:pt>
                <c:pt idx="415">
                  <c:v>1140</c:v>
                </c:pt>
                <c:pt idx="416">
                  <c:v>1135</c:v>
                </c:pt>
                <c:pt idx="417">
                  <c:v>1133</c:v>
                </c:pt>
                <c:pt idx="418">
                  <c:v>1133</c:v>
                </c:pt>
                <c:pt idx="419">
                  <c:v>1129</c:v>
                </c:pt>
                <c:pt idx="420">
                  <c:v>1125</c:v>
                </c:pt>
                <c:pt idx="421">
                  <c:v>1123</c:v>
                </c:pt>
                <c:pt idx="422">
                  <c:v>1123</c:v>
                </c:pt>
                <c:pt idx="423">
                  <c:v>1123</c:v>
                </c:pt>
                <c:pt idx="424">
                  <c:v>1122</c:v>
                </c:pt>
                <c:pt idx="425">
                  <c:v>1122</c:v>
                </c:pt>
                <c:pt idx="426">
                  <c:v>1121</c:v>
                </c:pt>
                <c:pt idx="427">
                  <c:v>1119</c:v>
                </c:pt>
                <c:pt idx="428">
                  <c:v>1117</c:v>
                </c:pt>
                <c:pt idx="429">
                  <c:v>1116</c:v>
                </c:pt>
                <c:pt idx="430">
                  <c:v>1116</c:v>
                </c:pt>
                <c:pt idx="431">
                  <c:v>1114</c:v>
                </c:pt>
                <c:pt idx="432">
                  <c:v>1114</c:v>
                </c:pt>
                <c:pt idx="433">
                  <c:v>1114</c:v>
                </c:pt>
                <c:pt idx="434">
                  <c:v>1113</c:v>
                </c:pt>
                <c:pt idx="435">
                  <c:v>1111</c:v>
                </c:pt>
                <c:pt idx="436">
                  <c:v>1111</c:v>
                </c:pt>
                <c:pt idx="437">
                  <c:v>1110</c:v>
                </c:pt>
                <c:pt idx="438">
                  <c:v>1109</c:v>
                </c:pt>
                <c:pt idx="439">
                  <c:v>1102</c:v>
                </c:pt>
                <c:pt idx="440">
                  <c:v>1102</c:v>
                </c:pt>
                <c:pt idx="441">
                  <c:v>1095</c:v>
                </c:pt>
                <c:pt idx="442">
                  <c:v>1095</c:v>
                </c:pt>
                <c:pt idx="443">
                  <c:v>1083</c:v>
                </c:pt>
                <c:pt idx="444">
                  <c:v>1083</c:v>
                </c:pt>
                <c:pt idx="445">
                  <c:v>1083</c:v>
                </c:pt>
                <c:pt idx="446">
                  <c:v>1078</c:v>
                </c:pt>
                <c:pt idx="447">
                  <c:v>1078</c:v>
                </c:pt>
                <c:pt idx="448">
                  <c:v>1075</c:v>
                </c:pt>
                <c:pt idx="449">
                  <c:v>1075</c:v>
                </c:pt>
                <c:pt idx="450">
                  <c:v>1070</c:v>
                </c:pt>
                <c:pt idx="451">
                  <c:v>1066</c:v>
                </c:pt>
                <c:pt idx="452">
                  <c:v>1064</c:v>
                </c:pt>
                <c:pt idx="453">
                  <c:v>1063</c:v>
                </c:pt>
                <c:pt idx="454">
                  <c:v>1059</c:v>
                </c:pt>
                <c:pt idx="455">
                  <c:v>1057</c:v>
                </c:pt>
                <c:pt idx="456">
                  <c:v>1056</c:v>
                </c:pt>
                <c:pt idx="457">
                  <c:v>1055</c:v>
                </c:pt>
                <c:pt idx="458">
                  <c:v>1055</c:v>
                </c:pt>
                <c:pt idx="459">
                  <c:v>1054</c:v>
                </c:pt>
                <c:pt idx="460">
                  <c:v>1054</c:v>
                </c:pt>
                <c:pt idx="461">
                  <c:v>1052</c:v>
                </c:pt>
                <c:pt idx="462">
                  <c:v>1050</c:v>
                </c:pt>
                <c:pt idx="463">
                  <c:v>1049</c:v>
                </c:pt>
                <c:pt idx="464">
                  <c:v>1046</c:v>
                </c:pt>
                <c:pt idx="465">
                  <c:v>1044</c:v>
                </c:pt>
                <c:pt idx="466">
                  <c:v>1038</c:v>
                </c:pt>
                <c:pt idx="467">
                  <c:v>1038</c:v>
                </c:pt>
                <c:pt idx="468">
                  <c:v>1032</c:v>
                </c:pt>
                <c:pt idx="469">
                  <c:v>1031</c:v>
                </c:pt>
                <c:pt idx="470">
                  <c:v>1030</c:v>
                </c:pt>
                <c:pt idx="471">
                  <c:v>1028</c:v>
                </c:pt>
                <c:pt idx="472">
                  <c:v>1027</c:v>
                </c:pt>
                <c:pt idx="473">
                  <c:v>1025</c:v>
                </c:pt>
                <c:pt idx="474">
                  <c:v>1025</c:v>
                </c:pt>
                <c:pt idx="475">
                  <c:v>1024</c:v>
                </c:pt>
                <c:pt idx="476">
                  <c:v>1022</c:v>
                </c:pt>
                <c:pt idx="477">
                  <c:v>1020</c:v>
                </c:pt>
                <c:pt idx="478">
                  <c:v>1019</c:v>
                </c:pt>
                <c:pt idx="479">
                  <c:v>1016</c:v>
                </c:pt>
                <c:pt idx="480">
                  <c:v>1012</c:v>
                </c:pt>
                <c:pt idx="481">
                  <c:v>1009</c:v>
                </c:pt>
                <c:pt idx="482">
                  <c:v>1006</c:v>
                </c:pt>
                <c:pt idx="483">
                  <c:v>1003</c:v>
                </c:pt>
                <c:pt idx="484">
                  <c:v>1001</c:v>
                </c:pt>
                <c:pt idx="485">
                  <c:v>1000</c:v>
                </c:pt>
                <c:pt idx="486">
                  <c:v>997</c:v>
                </c:pt>
                <c:pt idx="487">
                  <c:v>994</c:v>
                </c:pt>
                <c:pt idx="488">
                  <c:v>992</c:v>
                </c:pt>
                <c:pt idx="489">
                  <c:v>985</c:v>
                </c:pt>
                <c:pt idx="490">
                  <c:v>981</c:v>
                </c:pt>
                <c:pt idx="491">
                  <c:v>981</c:v>
                </c:pt>
                <c:pt idx="492">
                  <c:v>980</c:v>
                </c:pt>
                <c:pt idx="493">
                  <c:v>979</c:v>
                </c:pt>
                <c:pt idx="494">
                  <c:v>979</c:v>
                </c:pt>
                <c:pt idx="495">
                  <c:v>979</c:v>
                </c:pt>
                <c:pt idx="496">
                  <c:v>979</c:v>
                </c:pt>
                <c:pt idx="497">
                  <c:v>979</c:v>
                </c:pt>
                <c:pt idx="498">
                  <c:v>978</c:v>
                </c:pt>
                <c:pt idx="499">
                  <c:v>978</c:v>
                </c:pt>
                <c:pt idx="500">
                  <c:v>976</c:v>
                </c:pt>
                <c:pt idx="501">
                  <c:v>973</c:v>
                </c:pt>
                <c:pt idx="502">
                  <c:v>972</c:v>
                </c:pt>
                <c:pt idx="503">
                  <c:v>971</c:v>
                </c:pt>
                <c:pt idx="504">
                  <c:v>970</c:v>
                </c:pt>
                <c:pt idx="505">
                  <c:v>964</c:v>
                </c:pt>
                <c:pt idx="506">
                  <c:v>962</c:v>
                </c:pt>
                <c:pt idx="507">
                  <c:v>960</c:v>
                </c:pt>
                <c:pt idx="508">
                  <c:v>959</c:v>
                </c:pt>
                <c:pt idx="509">
                  <c:v>958</c:v>
                </c:pt>
                <c:pt idx="510">
                  <c:v>954</c:v>
                </c:pt>
                <c:pt idx="511">
                  <c:v>951</c:v>
                </c:pt>
                <c:pt idx="512">
                  <c:v>949</c:v>
                </c:pt>
                <c:pt idx="513">
                  <c:v>948</c:v>
                </c:pt>
                <c:pt idx="514">
                  <c:v>942</c:v>
                </c:pt>
                <c:pt idx="515">
                  <c:v>941</c:v>
                </c:pt>
                <c:pt idx="516">
                  <c:v>940</c:v>
                </c:pt>
                <c:pt idx="517">
                  <c:v>935</c:v>
                </c:pt>
                <c:pt idx="518">
                  <c:v>927</c:v>
                </c:pt>
                <c:pt idx="519">
                  <c:v>924</c:v>
                </c:pt>
                <c:pt idx="520">
                  <c:v>924</c:v>
                </c:pt>
                <c:pt idx="521">
                  <c:v>923</c:v>
                </c:pt>
                <c:pt idx="522">
                  <c:v>923</c:v>
                </c:pt>
                <c:pt idx="523">
                  <c:v>920</c:v>
                </c:pt>
                <c:pt idx="524">
                  <c:v>920</c:v>
                </c:pt>
                <c:pt idx="525">
                  <c:v>919</c:v>
                </c:pt>
                <c:pt idx="526">
                  <c:v>919</c:v>
                </c:pt>
                <c:pt idx="527">
                  <c:v>918</c:v>
                </c:pt>
                <c:pt idx="528">
                  <c:v>917</c:v>
                </c:pt>
                <c:pt idx="529">
                  <c:v>916</c:v>
                </c:pt>
                <c:pt idx="530">
                  <c:v>916</c:v>
                </c:pt>
                <c:pt idx="531">
                  <c:v>913</c:v>
                </c:pt>
                <c:pt idx="532">
                  <c:v>911</c:v>
                </c:pt>
                <c:pt idx="533">
                  <c:v>911</c:v>
                </c:pt>
                <c:pt idx="534">
                  <c:v>909</c:v>
                </c:pt>
                <c:pt idx="535">
                  <c:v>908</c:v>
                </c:pt>
                <c:pt idx="536">
                  <c:v>908</c:v>
                </c:pt>
                <c:pt idx="537">
                  <c:v>907</c:v>
                </c:pt>
                <c:pt idx="538">
                  <c:v>907</c:v>
                </c:pt>
                <c:pt idx="539">
                  <c:v>907</c:v>
                </c:pt>
                <c:pt idx="540">
                  <c:v>905</c:v>
                </c:pt>
                <c:pt idx="541">
                  <c:v>902</c:v>
                </c:pt>
                <c:pt idx="542">
                  <c:v>897</c:v>
                </c:pt>
                <c:pt idx="543">
                  <c:v>897</c:v>
                </c:pt>
                <c:pt idx="544">
                  <c:v>894</c:v>
                </c:pt>
                <c:pt idx="545">
                  <c:v>893</c:v>
                </c:pt>
                <c:pt idx="546">
                  <c:v>891</c:v>
                </c:pt>
                <c:pt idx="547">
                  <c:v>889</c:v>
                </c:pt>
                <c:pt idx="548">
                  <c:v>881</c:v>
                </c:pt>
                <c:pt idx="549">
                  <c:v>880</c:v>
                </c:pt>
                <c:pt idx="550">
                  <c:v>880</c:v>
                </c:pt>
                <c:pt idx="551">
                  <c:v>879</c:v>
                </c:pt>
                <c:pt idx="552">
                  <c:v>878</c:v>
                </c:pt>
                <c:pt idx="553">
                  <c:v>877</c:v>
                </c:pt>
                <c:pt idx="554">
                  <c:v>874</c:v>
                </c:pt>
                <c:pt idx="555">
                  <c:v>873</c:v>
                </c:pt>
                <c:pt idx="556">
                  <c:v>872</c:v>
                </c:pt>
                <c:pt idx="557">
                  <c:v>868</c:v>
                </c:pt>
                <c:pt idx="558">
                  <c:v>867</c:v>
                </c:pt>
                <c:pt idx="559">
                  <c:v>866</c:v>
                </c:pt>
                <c:pt idx="560">
                  <c:v>865</c:v>
                </c:pt>
                <c:pt idx="561">
                  <c:v>864</c:v>
                </c:pt>
                <c:pt idx="562">
                  <c:v>863</c:v>
                </c:pt>
                <c:pt idx="563">
                  <c:v>860</c:v>
                </c:pt>
                <c:pt idx="564">
                  <c:v>859</c:v>
                </c:pt>
                <c:pt idx="565">
                  <c:v>858</c:v>
                </c:pt>
                <c:pt idx="566">
                  <c:v>856</c:v>
                </c:pt>
                <c:pt idx="567">
                  <c:v>853</c:v>
                </c:pt>
                <c:pt idx="568">
                  <c:v>851</c:v>
                </c:pt>
                <c:pt idx="569">
                  <c:v>849</c:v>
                </c:pt>
                <c:pt idx="570">
                  <c:v>849</c:v>
                </c:pt>
                <c:pt idx="571">
                  <c:v>846</c:v>
                </c:pt>
                <c:pt idx="572">
                  <c:v>838</c:v>
                </c:pt>
                <c:pt idx="573">
                  <c:v>837</c:v>
                </c:pt>
                <c:pt idx="574">
                  <c:v>837</c:v>
                </c:pt>
                <c:pt idx="575">
                  <c:v>836</c:v>
                </c:pt>
                <c:pt idx="576">
                  <c:v>836</c:v>
                </c:pt>
                <c:pt idx="577">
                  <c:v>836</c:v>
                </c:pt>
                <c:pt idx="578">
                  <c:v>833</c:v>
                </c:pt>
                <c:pt idx="579">
                  <c:v>831</c:v>
                </c:pt>
                <c:pt idx="580">
                  <c:v>829</c:v>
                </c:pt>
                <c:pt idx="581">
                  <c:v>819</c:v>
                </c:pt>
                <c:pt idx="582">
                  <c:v>818</c:v>
                </c:pt>
                <c:pt idx="583">
                  <c:v>815</c:v>
                </c:pt>
                <c:pt idx="584">
                  <c:v>815</c:v>
                </c:pt>
                <c:pt idx="585">
                  <c:v>814</c:v>
                </c:pt>
                <c:pt idx="586">
                  <c:v>812</c:v>
                </c:pt>
                <c:pt idx="587">
                  <c:v>810</c:v>
                </c:pt>
                <c:pt idx="588">
                  <c:v>810</c:v>
                </c:pt>
                <c:pt idx="589">
                  <c:v>809</c:v>
                </c:pt>
                <c:pt idx="590">
                  <c:v>808</c:v>
                </c:pt>
                <c:pt idx="591">
                  <c:v>804</c:v>
                </c:pt>
                <c:pt idx="592">
                  <c:v>802</c:v>
                </c:pt>
                <c:pt idx="593">
                  <c:v>796</c:v>
                </c:pt>
                <c:pt idx="594">
                  <c:v>794</c:v>
                </c:pt>
                <c:pt idx="595">
                  <c:v>791</c:v>
                </c:pt>
                <c:pt idx="596">
                  <c:v>790</c:v>
                </c:pt>
                <c:pt idx="597">
                  <c:v>789</c:v>
                </c:pt>
                <c:pt idx="598">
                  <c:v>785</c:v>
                </c:pt>
                <c:pt idx="599">
                  <c:v>774</c:v>
                </c:pt>
                <c:pt idx="600">
                  <c:v>771</c:v>
                </c:pt>
                <c:pt idx="601">
                  <c:v>769</c:v>
                </c:pt>
                <c:pt idx="602">
                  <c:v>767</c:v>
                </c:pt>
                <c:pt idx="603">
                  <c:v>764</c:v>
                </c:pt>
                <c:pt idx="604">
                  <c:v>759</c:v>
                </c:pt>
                <c:pt idx="605">
                  <c:v>758</c:v>
                </c:pt>
                <c:pt idx="606">
                  <c:v>757</c:v>
                </c:pt>
                <c:pt idx="607">
                  <c:v>755</c:v>
                </c:pt>
                <c:pt idx="608">
                  <c:v>754</c:v>
                </c:pt>
                <c:pt idx="609">
                  <c:v>754</c:v>
                </c:pt>
                <c:pt idx="610">
                  <c:v>749</c:v>
                </c:pt>
                <c:pt idx="611">
                  <c:v>747</c:v>
                </c:pt>
                <c:pt idx="612">
                  <c:v>746</c:v>
                </c:pt>
                <c:pt idx="613">
                  <c:v>744</c:v>
                </c:pt>
                <c:pt idx="614">
                  <c:v>742</c:v>
                </c:pt>
                <c:pt idx="615">
                  <c:v>742</c:v>
                </c:pt>
                <c:pt idx="616">
                  <c:v>736</c:v>
                </c:pt>
                <c:pt idx="617">
                  <c:v>735</c:v>
                </c:pt>
                <c:pt idx="618">
                  <c:v>732</c:v>
                </c:pt>
                <c:pt idx="619">
                  <c:v>732</c:v>
                </c:pt>
                <c:pt idx="620">
                  <c:v>731</c:v>
                </c:pt>
                <c:pt idx="621">
                  <c:v>729</c:v>
                </c:pt>
                <c:pt idx="622">
                  <c:v>728</c:v>
                </c:pt>
                <c:pt idx="623">
                  <c:v>727</c:v>
                </c:pt>
                <c:pt idx="624">
                  <c:v>726</c:v>
                </c:pt>
                <c:pt idx="625">
                  <c:v>725</c:v>
                </c:pt>
                <c:pt idx="626">
                  <c:v>725</c:v>
                </c:pt>
                <c:pt idx="627">
                  <c:v>722</c:v>
                </c:pt>
                <c:pt idx="628">
                  <c:v>721</c:v>
                </c:pt>
                <c:pt idx="629">
                  <c:v>720</c:v>
                </c:pt>
                <c:pt idx="630">
                  <c:v>720</c:v>
                </c:pt>
                <c:pt idx="631">
                  <c:v>719</c:v>
                </c:pt>
                <c:pt idx="632">
                  <c:v>716</c:v>
                </c:pt>
                <c:pt idx="633">
                  <c:v>715</c:v>
                </c:pt>
                <c:pt idx="634">
                  <c:v>714</c:v>
                </c:pt>
                <c:pt idx="635">
                  <c:v>714</c:v>
                </c:pt>
                <c:pt idx="636">
                  <c:v>711</c:v>
                </c:pt>
                <c:pt idx="637">
                  <c:v>711</c:v>
                </c:pt>
                <c:pt idx="638">
                  <c:v>709</c:v>
                </c:pt>
                <c:pt idx="639">
                  <c:v>703</c:v>
                </c:pt>
                <c:pt idx="640">
                  <c:v>703</c:v>
                </c:pt>
                <c:pt idx="641">
                  <c:v>701</c:v>
                </c:pt>
                <c:pt idx="642">
                  <c:v>701</c:v>
                </c:pt>
                <c:pt idx="643">
                  <c:v>699</c:v>
                </c:pt>
                <c:pt idx="644">
                  <c:v>698</c:v>
                </c:pt>
                <c:pt idx="645">
                  <c:v>696</c:v>
                </c:pt>
                <c:pt idx="646">
                  <c:v>696</c:v>
                </c:pt>
                <c:pt idx="647">
                  <c:v>695</c:v>
                </c:pt>
                <c:pt idx="648">
                  <c:v>694</c:v>
                </c:pt>
                <c:pt idx="649">
                  <c:v>692</c:v>
                </c:pt>
                <c:pt idx="650">
                  <c:v>689</c:v>
                </c:pt>
                <c:pt idx="651">
                  <c:v>687</c:v>
                </c:pt>
                <c:pt idx="652">
                  <c:v>687</c:v>
                </c:pt>
                <c:pt idx="653">
                  <c:v>685</c:v>
                </c:pt>
                <c:pt idx="654">
                  <c:v>685</c:v>
                </c:pt>
                <c:pt idx="655">
                  <c:v>685</c:v>
                </c:pt>
                <c:pt idx="656">
                  <c:v>682</c:v>
                </c:pt>
                <c:pt idx="657">
                  <c:v>680</c:v>
                </c:pt>
                <c:pt idx="658">
                  <c:v>680</c:v>
                </c:pt>
                <c:pt idx="659">
                  <c:v>678</c:v>
                </c:pt>
                <c:pt idx="660">
                  <c:v>678</c:v>
                </c:pt>
                <c:pt idx="661">
                  <c:v>677</c:v>
                </c:pt>
                <c:pt idx="662">
                  <c:v>677</c:v>
                </c:pt>
                <c:pt idx="663">
                  <c:v>675</c:v>
                </c:pt>
                <c:pt idx="664">
                  <c:v>673</c:v>
                </c:pt>
                <c:pt idx="665">
                  <c:v>669</c:v>
                </c:pt>
                <c:pt idx="666">
                  <c:v>669</c:v>
                </c:pt>
                <c:pt idx="667">
                  <c:v>668</c:v>
                </c:pt>
                <c:pt idx="668">
                  <c:v>667</c:v>
                </c:pt>
                <c:pt idx="669">
                  <c:v>667</c:v>
                </c:pt>
                <c:pt idx="670">
                  <c:v>666</c:v>
                </c:pt>
                <c:pt idx="671">
                  <c:v>665</c:v>
                </c:pt>
                <c:pt idx="672">
                  <c:v>664</c:v>
                </c:pt>
                <c:pt idx="673">
                  <c:v>662</c:v>
                </c:pt>
                <c:pt idx="674">
                  <c:v>661</c:v>
                </c:pt>
                <c:pt idx="675">
                  <c:v>660</c:v>
                </c:pt>
                <c:pt idx="676">
                  <c:v>660</c:v>
                </c:pt>
                <c:pt idx="677">
                  <c:v>656</c:v>
                </c:pt>
                <c:pt idx="678">
                  <c:v>655</c:v>
                </c:pt>
                <c:pt idx="679">
                  <c:v>655</c:v>
                </c:pt>
                <c:pt idx="680">
                  <c:v>654</c:v>
                </c:pt>
                <c:pt idx="681">
                  <c:v>653</c:v>
                </c:pt>
                <c:pt idx="682">
                  <c:v>652</c:v>
                </c:pt>
                <c:pt idx="683">
                  <c:v>650</c:v>
                </c:pt>
                <c:pt idx="684">
                  <c:v>649</c:v>
                </c:pt>
                <c:pt idx="685">
                  <c:v>648</c:v>
                </c:pt>
                <c:pt idx="686">
                  <c:v>647</c:v>
                </c:pt>
                <c:pt idx="687">
                  <c:v>638</c:v>
                </c:pt>
                <c:pt idx="688">
                  <c:v>637</c:v>
                </c:pt>
                <c:pt idx="689">
                  <c:v>637</c:v>
                </c:pt>
                <c:pt idx="690">
                  <c:v>636</c:v>
                </c:pt>
                <c:pt idx="691">
                  <c:v>635</c:v>
                </c:pt>
                <c:pt idx="692">
                  <c:v>630</c:v>
                </c:pt>
                <c:pt idx="693">
                  <c:v>628</c:v>
                </c:pt>
                <c:pt idx="694">
                  <c:v>627</c:v>
                </c:pt>
                <c:pt idx="695">
                  <c:v>625</c:v>
                </c:pt>
                <c:pt idx="696">
                  <c:v>619</c:v>
                </c:pt>
                <c:pt idx="697">
                  <c:v>619</c:v>
                </c:pt>
                <c:pt idx="698">
                  <c:v>616</c:v>
                </c:pt>
                <c:pt idx="699">
                  <c:v>616</c:v>
                </c:pt>
                <c:pt idx="700">
                  <c:v>612</c:v>
                </c:pt>
                <c:pt idx="701">
                  <c:v>612</c:v>
                </c:pt>
                <c:pt idx="702">
                  <c:v>605</c:v>
                </c:pt>
                <c:pt idx="703">
                  <c:v>601</c:v>
                </c:pt>
                <c:pt idx="704">
                  <c:v>598</c:v>
                </c:pt>
                <c:pt idx="705">
                  <c:v>597</c:v>
                </c:pt>
                <c:pt idx="706">
                  <c:v>595</c:v>
                </c:pt>
                <c:pt idx="707">
                  <c:v>594</c:v>
                </c:pt>
                <c:pt idx="708">
                  <c:v>591</c:v>
                </c:pt>
                <c:pt idx="709">
                  <c:v>590</c:v>
                </c:pt>
                <c:pt idx="710">
                  <c:v>587</c:v>
                </c:pt>
                <c:pt idx="711">
                  <c:v>581</c:v>
                </c:pt>
                <c:pt idx="712">
                  <c:v>579</c:v>
                </c:pt>
                <c:pt idx="713">
                  <c:v>578</c:v>
                </c:pt>
                <c:pt idx="714">
                  <c:v>578</c:v>
                </c:pt>
                <c:pt idx="715">
                  <c:v>575</c:v>
                </c:pt>
                <c:pt idx="716">
                  <c:v>575</c:v>
                </c:pt>
                <c:pt idx="717">
                  <c:v>572</c:v>
                </c:pt>
                <c:pt idx="718">
                  <c:v>570</c:v>
                </c:pt>
                <c:pt idx="719">
                  <c:v>569</c:v>
                </c:pt>
                <c:pt idx="720">
                  <c:v>568</c:v>
                </c:pt>
                <c:pt idx="721">
                  <c:v>567</c:v>
                </c:pt>
                <c:pt idx="722">
                  <c:v>567</c:v>
                </c:pt>
                <c:pt idx="723">
                  <c:v>566</c:v>
                </c:pt>
                <c:pt idx="724">
                  <c:v>563</c:v>
                </c:pt>
                <c:pt idx="725">
                  <c:v>562</c:v>
                </c:pt>
                <c:pt idx="726">
                  <c:v>561</c:v>
                </c:pt>
                <c:pt idx="727">
                  <c:v>561</c:v>
                </c:pt>
                <c:pt idx="728">
                  <c:v>561</c:v>
                </c:pt>
                <c:pt idx="729">
                  <c:v>559</c:v>
                </c:pt>
                <c:pt idx="730">
                  <c:v>556</c:v>
                </c:pt>
                <c:pt idx="731">
                  <c:v>556</c:v>
                </c:pt>
                <c:pt idx="732">
                  <c:v>553</c:v>
                </c:pt>
                <c:pt idx="733">
                  <c:v>553</c:v>
                </c:pt>
                <c:pt idx="734">
                  <c:v>552</c:v>
                </c:pt>
                <c:pt idx="735">
                  <c:v>551</c:v>
                </c:pt>
                <c:pt idx="736">
                  <c:v>548</c:v>
                </c:pt>
                <c:pt idx="737">
                  <c:v>546</c:v>
                </c:pt>
                <c:pt idx="738">
                  <c:v>546</c:v>
                </c:pt>
                <c:pt idx="739">
                  <c:v>542</c:v>
                </c:pt>
                <c:pt idx="740">
                  <c:v>541</c:v>
                </c:pt>
                <c:pt idx="741">
                  <c:v>538</c:v>
                </c:pt>
                <c:pt idx="742">
                  <c:v>534</c:v>
                </c:pt>
                <c:pt idx="743">
                  <c:v>534</c:v>
                </c:pt>
                <c:pt idx="744">
                  <c:v>533</c:v>
                </c:pt>
                <c:pt idx="745">
                  <c:v>530</c:v>
                </c:pt>
                <c:pt idx="746">
                  <c:v>530</c:v>
                </c:pt>
                <c:pt idx="747">
                  <c:v>528</c:v>
                </c:pt>
                <c:pt idx="748">
                  <c:v>522</c:v>
                </c:pt>
                <c:pt idx="749">
                  <c:v>521</c:v>
                </c:pt>
                <c:pt idx="750">
                  <c:v>521</c:v>
                </c:pt>
                <c:pt idx="751">
                  <c:v>519</c:v>
                </c:pt>
                <c:pt idx="752">
                  <c:v>519</c:v>
                </c:pt>
                <c:pt idx="753">
                  <c:v>515</c:v>
                </c:pt>
                <c:pt idx="754">
                  <c:v>513</c:v>
                </c:pt>
                <c:pt idx="755">
                  <c:v>513</c:v>
                </c:pt>
                <c:pt idx="756">
                  <c:v>512</c:v>
                </c:pt>
                <c:pt idx="757">
                  <c:v>508</c:v>
                </c:pt>
                <c:pt idx="758">
                  <c:v>507</c:v>
                </c:pt>
                <c:pt idx="759">
                  <c:v>505</c:v>
                </c:pt>
                <c:pt idx="760">
                  <c:v>505</c:v>
                </c:pt>
                <c:pt idx="761">
                  <c:v>504</c:v>
                </c:pt>
                <c:pt idx="762">
                  <c:v>503</c:v>
                </c:pt>
                <c:pt idx="763">
                  <c:v>501</c:v>
                </c:pt>
                <c:pt idx="764">
                  <c:v>501</c:v>
                </c:pt>
                <c:pt idx="765">
                  <c:v>494</c:v>
                </c:pt>
                <c:pt idx="766">
                  <c:v>494</c:v>
                </c:pt>
                <c:pt idx="767">
                  <c:v>493</c:v>
                </c:pt>
                <c:pt idx="768">
                  <c:v>493</c:v>
                </c:pt>
                <c:pt idx="769">
                  <c:v>491</c:v>
                </c:pt>
                <c:pt idx="770">
                  <c:v>490</c:v>
                </c:pt>
                <c:pt idx="771">
                  <c:v>488</c:v>
                </c:pt>
                <c:pt idx="772">
                  <c:v>484</c:v>
                </c:pt>
                <c:pt idx="773">
                  <c:v>482</c:v>
                </c:pt>
                <c:pt idx="774">
                  <c:v>479</c:v>
                </c:pt>
                <c:pt idx="775">
                  <c:v>478</c:v>
                </c:pt>
                <c:pt idx="776">
                  <c:v>476</c:v>
                </c:pt>
                <c:pt idx="777">
                  <c:v>474</c:v>
                </c:pt>
                <c:pt idx="778">
                  <c:v>472</c:v>
                </c:pt>
                <c:pt idx="779">
                  <c:v>470</c:v>
                </c:pt>
                <c:pt idx="780">
                  <c:v>468</c:v>
                </c:pt>
                <c:pt idx="781">
                  <c:v>463</c:v>
                </c:pt>
                <c:pt idx="782">
                  <c:v>463</c:v>
                </c:pt>
                <c:pt idx="783">
                  <c:v>462</c:v>
                </c:pt>
                <c:pt idx="784">
                  <c:v>461</c:v>
                </c:pt>
                <c:pt idx="785">
                  <c:v>461</c:v>
                </c:pt>
                <c:pt idx="786">
                  <c:v>459</c:v>
                </c:pt>
                <c:pt idx="787">
                  <c:v>444</c:v>
                </c:pt>
                <c:pt idx="788">
                  <c:v>442</c:v>
                </c:pt>
                <c:pt idx="789">
                  <c:v>442</c:v>
                </c:pt>
                <c:pt idx="790">
                  <c:v>440</c:v>
                </c:pt>
                <c:pt idx="791">
                  <c:v>438</c:v>
                </c:pt>
                <c:pt idx="792">
                  <c:v>438</c:v>
                </c:pt>
                <c:pt idx="793">
                  <c:v>436</c:v>
                </c:pt>
                <c:pt idx="794">
                  <c:v>435</c:v>
                </c:pt>
                <c:pt idx="795">
                  <c:v>435</c:v>
                </c:pt>
                <c:pt idx="796">
                  <c:v>435</c:v>
                </c:pt>
                <c:pt idx="797">
                  <c:v>434</c:v>
                </c:pt>
                <c:pt idx="798">
                  <c:v>430</c:v>
                </c:pt>
                <c:pt idx="799">
                  <c:v>430</c:v>
                </c:pt>
                <c:pt idx="800">
                  <c:v>428</c:v>
                </c:pt>
                <c:pt idx="801">
                  <c:v>427</c:v>
                </c:pt>
                <c:pt idx="802">
                  <c:v>426</c:v>
                </c:pt>
                <c:pt idx="803">
                  <c:v>424</c:v>
                </c:pt>
                <c:pt idx="804">
                  <c:v>422</c:v>
                </c:pt>
                <c:pt idx="805">
                  <c:v>421</c:v>
                </c:pt>
                <c:pt idx="806">
                  <c:v>420</c:v>
                </c:pt>
                <c:pt idx="807">
                  <c:v>419</c:v>
                </c:pt>
                <c:pt idx="808">
                  <c:v>419</c:v>
                </c:pt>
                <c:pt idx="809">
                  <c:v>416</c:v>
                </c:pt>
                <c:pt idx="810">
                  <c:v>415</c:v>
                </c:pt>
                <c:pt idx="811">
                  <c:v>411</c:v>
                </c:pt>
                <c:pt idx="812">
                  <c:v>409</c:v>
                </c:pt>
                <c:pt idx="813">
                  <c:v>406</c:v>
                </c:pt>
                <c:pt idx="814">
                  <c:v>400</c:v>
                </c:pt>
                <c:pt idx="815">
                  <c:v>399</c:v>
                </c:pt>
                <c:pt idx="816">
                  <c:v>397</c:v>
                </c:pt>
                <c:pt idx="817">
                  <c:v>395</c:v>
                </c:pt>
                <c:pt idx="818">
                  <c:v>394</c:v>
                </c:pt>
                <c:pt idx="819">
                  <c:v>394</c:v>
                </c:pt>
                <c:pt idx="820">
                  <c:v>394</c:v>
                </c:pt>
                <c:pt idx="821">
                  <c:v>393</c:v>
                </c:pt>
                <c:pt idx="822">
                  <c:v>391</c:v>
                </c:pt>
                <c:pt idx="823">
                  <c:v>390</c:v>
                </c:pt>
                <c:pt idx="824">
                  <c:v>390</c:v>
                </c:pt>
                <c:pt idx="825">
                  <c:v>388</c:v>
                </c:pt>
                <c:pt idx="826">
                  <c:v>386</c:v>
                </c:pt>
                <c:pt idx="827">
                  <c:v>385</c:v>
                </c:pt>
                <c:pt idx="828">
                  <c:v>384</c:v>
                </c:pt>
                <c:pt idx="829">
                  <c:v>383</c:v>
                </c:pt>
                <c:pt idx="830">
                  <c:v>381</c:v>
                </c:pt>
                <c:pt idx="831">
                  <c:v>379</c:v>
                </c:pt>
                <c:pt idx="832">
                  <c:v>379</c:v>
                </c:pt>
                <c:pt idx="833">
                  <c:v>377</c:v>
                </c:pt>
                <c:pt idx="834">
                  <c:v>373</c:v>
                </c:pt>
                <c:pt idx="835">
                  <c:v>372</c:v>
                </c:pt>
                <c:pt idx="836">
                  <c:v>368</c:v>
                </c:pt>
                <c:pt idx="837">
                  <c:v>363</c:v>
                </c:pt>
                <c:pt idx="838">
                  <c:v>358</c:v>
                </c:pt>
                <c:pt idx="839">
                  <c:v>358</c:v>
                </c:pt>
                <c:pt idx="840">
                  <c:v>352</c:v>
                </c:pt>
                <c:pt idx="841">
                  <c:v>351</c:v>
                </c:pt>
                <c:pt idx="842">
                  <c:v>348</c:v>
                </c:pt>
                <c:pt idx="843">
                  <c:v>346</c:v>
                </c:pt>
                <c:pt idx="844">
                  <c:v>337</c:v>
                </c:pt>
                <c:pt idx="845">
                  <c:v>336</c:v>
                </c:pt>
                <c:pt idx="846">
                  <c:v>334</c:v>
                </c:pt>
                <c:pt idx="847">
                  <c:v>333</c:v>
                </c:pt>
                <c:pt idx="848">
                  <c:v>332</c:v>
                </c:pt>
                <c:pt idx="849">
                  <c:v>328</c:v>
                </c:pt>
                <c:pt idx="850">
                  <c:v>326</c:v>
                </c:pt>
                <c:pt idx="851">
                  <c:v>324</c:v>
                </c:pt>
                <c:pt idx="852">
                  <c:v>323</c:v>
                </c:pt>
                <c:pt idx="853">
                  <c:v>323</c:v>
                </c:pt>
                <c:pt idx="854">
                  <c:v>321</c:v>
                </c:pt>
                <c:pt idx="855">
                  <c:v>321</c:v>
                </c:pt>
                <c:pt idx="856">
                  <c:v>317</c:v>
                </c:pt>
                <c:pt idx="857">
                  <c:v>316</c:v>
                </c:pt>
                <c:pt idx="858">
                  <c:v>312</c:v>
                </c:pt>
                <c:pt idx="859">
                  <c:v>312</c:v>
                </c:pt>
                <c:pt idx="860">
                  <c:v>308</c:v>
                </c:pt>
                <c:pt idx="861">
                  <c:v>307</c:v>
                </c:pt>
                <c:pt idx="862">
                  <c:v>305</c:v>
                </c:pt>
                <c:pt idx="863">
                  <c:v>300</c:v>
                </c:pt>
                <c:pt idx="864">
                  <c:v>299</c:v>
                </c:pt>
                <c:pt idx="865">
                  <c:v>292</c:v>
                </c:pt>
                <c:pt idx="866">
                  <c:v>291</c:v>
                </c:pt>
                <c:pt idx="867">
                  <c:v>290</c:v>
                </c:pt>
                <c:pt idx="868">
                  <c:v>290</c:v>
                </c:pt>
                <c:pt idx="869">
                  <c:v>289</c:v>
                </c:pt>
                <c:pt idx="870">
                  <c:v>288</c:v>
                </c:pt>
                <c:pt idx="871">
                  <c:v>284</c:v>
                </c:pt>
                <c:pt idx="872">
                  <c:v>283</c:v>
                </c:pt>
                <c:pt idx="873">
                  <c:v>281</c:v>
                </c:pt>
                <c:pt idx="874">
                  <c:v>281</c:v>
                </c:pt>
                <c:pt idx="875">
                  <c:v>281</c:v>
                </c:pt>
                <c:pt idx="876">
                  <c:v>276</c:v>
                </c:pt>
                <c:pt idx="877">
                  <c:v>274</c:v>
                </c:pt>
                <c:pt idx="878">
                  <c:v>267</c:v>
                </c:pt>
                <c:pt idx="879">
                  <c:v>266</c:v>
                </c:pt>
                <c:pt idx="880">
                  <c:v>266</c:v>
                </c:pt>
                <c:pt idx="881">
                  <c:v>265</c:v>
                </c:pt>
                <c:pt idx="882">
                  <c:v>263</c:v>
                </c:pt>
                <c:pt idx="883">
                  <c:v>262</c:v>
                </c:pt>
                <c:pt idx="884">
                  <c:v>259</c:v>
                </c:pt>
                <c:pt idx="885">
                  <c:v>255</c:v>
                </c:pt>
                <c:pt idx="886">
                  <c:v>253</c:v>
                </c:pt>
                <c:pt idx="887">
                  <c:v>251</c:v>
                </c:pt>
                <c:pt idx="888">
                  <c:v>249</c:v>
                </c:pt>
                <c:pt idx="889">
                  <c:v>247</c:v>
                </c:pt>
                <c:pt idx="890">
                  <c:v>247</c:v>
                </c:pt>
                <c:pt idx="891">
                  <c:v>245</c:v>
                </c:pt>
                <c:pt idx="892">
                  <c:v>244</c:v>
                </c:pt>
                <c:pt idx="893">
                  <c:v>243</c:v>
                </c:pt>
                <c:pt idx="894">
                  <c:v>242</c:v>
                </c:pt>
                <c:pt idx="895">
                  <c:v>238</c:v>
                </c:pt>
                <c:pt idx="896">
                  <c:v>237</c:v>
                </c:pt>
                <c:pt idx="897">
                  <c:v>236</c:v>
                </c:pt>
                <c:pt idx="898">
                  <c:v>235</c:v>
                </c:pt>
                <c:pt idx="899">
                  <c:v>232</c:v>
                </c:pt>
                <c:pt idx="900">
                  <c:v>232</c:v>
                </c:pt>
                <c:pt idx="901">
                  <c:v>229</c:v>
                </c:pt>
                <c:pt idx="902">
                  <c:v>229</c:v>
                </c:pt>
                <c:pt idx="903">
                  <c:v>225</c:v>
                </c:pt>
                <c:pt idx="904">
                  <c:v>225</c:v>
                </c:pt>
                <c:pt idx="905">
                  <c:v>221</c:v>
                </c:pt>
                <c:pt idx="906">
                  <c:v>209</c:v>
                </c:pt>
                <c:pt idx="907">
                  <c:v>206</c:v>
                </c:pt>
                <c:pt idx="908">
                  <c:v>204</c:v>
                </c:pt>
                <c:pt idx="909">
                  <c:v>203</c:v>
                </c:pt>
                <c:pt idx="910">
                  <c:v>202</c:v>
                </c:pt>
                <c:pt idx="911">
                  <c:v>199</c:v>
                </c:pt>
                <c:pt idx="912">
                  <c:v>199</c:v>
                </c:pt>
                <c:pt idx="913">
                  <c:v>199</c:v>
                </c:pt>
                <c:pt idx="914">
                  <c:v>198</c:v>
                </c:pt>
                <c:pt idx="915">
                  <c:v>198</c:v>
                </c:pt>
                <c:pt idx="916">
                  <c:v>197</c:v>
                </c:pt>
                <c:pt idx="917">
                  <c:v>195</c:v>
                </c:pt>
                <c:pt idx="918">
                  <c:v>195</c:v>
                </c:pt>
                <c:pt idx="919">
                  <c:v>194</c:v>
                </c:pt>
                <c:pt idx="920">
                  <c:v>193</c:v>
                </c:pt>
                <c:pt idx="921">
                  <c:v>193</c:v>
                </c:pt>
                <c:pt idx="922">
                  <c:v>192</c:v>
                </c:pt>
                <c:pt idx="923">
                  <c:v>190</c:v>
                </c:pt>
                <c:pt idx="924">
                  <c:v>190</c:v>
                </c:pt>
                <c:pt idx="925">
                  <c:v>188</c:v>
                </c:pt>
                <c:pt idx="926">
                  <c:v>187</c:v>
                </c:pt>
                <c:pt idx="927">
                  <c:v>182</c:v>
                </c:pt>
                <c:pt idx="928">
                  <c:v>180</c:v>
                </c:pt>
                <c:pt idx="929">
                  <c:v>180</c:v>
                </c:pt>
                <c:pt idx="930">
                  <c:v>180</c:v>
                </c:pt>
                <c:pt idx="931">
                  <c:v>179</c:v>
                </c:pt>
                <c:pt idx="932">
                  <c:v>178</c:v>
                </c:pt>
                <c:pt idx="933">
                  <c:v>178</c:v>
                </c:pt>
                <c:pt idx="934">
                  <c:v>173</c:v>
                </c:pt>
                <c:pt idx="935">
                  <c:v>172</c:v>
                </c:pt>
                <c:pt idx="936">
                  <c:v>172</c:v>
                </c:pt>
                <c:pt idx="937">
                  <c:v>170</c:v>
                </c:pt>
                <c:pt idx="938">
                  <c:v>164</c:v>
                </c:pt>
                <c:pt idx="939">
                  <c:v>163</c:v>
                </c:pt>
                <c:pt idx="940">
                  <c:v>161</c:v>
                </c:pt>
                <c:pt idx="941">
                  <c:v>160</c:v>
                </c:pt>
                <c:pt idx="942">
                  <c:v>160</c:v>
                </c:pt>
                <c:pt idx="943">
                  <c:v>158</c:v>
                </c:pt>
                <c:pt idx="944">
                  <c:v>157</c:v>
                </c:pt>
                <c:pt idx="945">
                  <c:v>156</c:v>
                </c:pt>
                <c:pt idx="946">
                  <c:v>150</c:v>
                </c:pt>
                <c:pt idx="947">
                  <c:v>150</c:v>
                </c:pt>
                <c:pt idx="948">
                  <c:v>149</c:v>
                </c:pt>
                <c:pt idx="949">
                  <c:v>149</c:v>
                </c:pt>
                <c:pt idx="950">
                  <c:v>149</c:v>
                </c:pt>
                <c:pt idx="951">
                  <c:v>148</c:v>
                </c:pt>
                <c:pt idx="952">
                  <c:v>147</c:v>
                </c:pt>
                <c:pt idx="953">
                  <c:v>147</c:v>
                </c:pt>
                <c:pt idx="954">
                  <c:v>145</c:v>
                </c:pt>
                <c:pt idx="955">
                  <c:v>141</c:v>
                </c:pt>
                <c:pt idx="956">
                  <c:v>141</c:v>
                </c:pt>
                <c:pt idx="957">
                  <c:v>139</c:v>
                </c:pt>
                <c:pt idx="958">
                  <c:v>139</c:v>
                </c:pt>
                <c:pt idx="959">
                  <c:v>137</c:v>
                </c:pt>
                <c:pt idx="960">
                  <c:v>136</c:v>
                </c:pt>
                <c:pt idx="961">
                  <c:v>132</c:v>
                </c:pt>
                <c:pt idx="962">
                  <c:v>132</c:v>
                </c:pt>
                <c:pt idx="963">
                  <c:v>131</c:v>
                </c:pt>
                <c:pt idx="964">
                  <c:v>128</c:v>
                </c:pt>
                <c:pt idx="965">
                  <c:v>127</c:v>
                </c:pt>
                <c:pt idx="966">
                  <c:v>124</c:v>
                </c:pt>
                <c:pt idx="967">
                  <c:v>124</c:v>
                </c:pt>
                <c:pt idx="968">
                  <c:v>123</c:v>
                </c:pt>
                <c:pt idx="969">
                  <c:v>118</c:v>
                </c:pt>
                <c:pt idx="970">
                  <c:v>117</c:v>
                </c:pt>
                <c:pt idx="971">
                  <c:v>116</c:v>
                </c:pt>
                <c:pt idx="972">
                  <c:v>115</c:v>
                </c:pt>
                <c:pt idx="973">
                  <c:v>115</c:v>
                </c:pt>
                <c:pt idx="974">
                  <c:v>115</c:v>
                </c:pt>
                <c:pt idx="975">
                  <c:v>112</c:v>
                </c:pt>
                <c:pt idx="976">
                  <c:v>111</c:v>
                </c:pt>
                <c:pt idx="977">
                  <c:v>109</c:v>
                </c:pt>
                <c:pt idx="978">
                  <c:v>104</c:v>
                </c:pt>
                <c:pt idx="979">
                  <c:v>103</c:v>
                </c:pt>
                <c:pt idx="980">
                  <c:v>99</c:v>
                </c:pt>
                <c:pt idx="981">
                  <c:v>98</c:v>
                </c:pt>
                <c:pt idx="982">
                  <c:v>98</c:v>
                </c:pt>
                <c:pt idx="983">
                  <c:v>97</c:v>
                </c:pt>
                <c:pt idx="984">
                  <c:v>97</c:v>
                </c:pt>
                <c:pt idx="985">
                  <c:v>95</c:v>
                </c:pt>
                <c:pt idx="986">
                  <c:v>88</c:v>
                </c:pt>
                <c:pt idx="987">
                  <c:v>80</c:v>
                </c:pt>
                <c:pt idx="988">
                  <c:v>76</c:v>
                </c:pt>
                <c:pt idx="989">
                  <c:v>74</c:v>
                </c:pt>
                <c:pt idx="990">
                  <c:v>64</c:v>
                </c:pt>
                <c:pt idx="991">
                  <c:v>63</c:v>
                </c:pt>
                <c:pt idx="992">
                  <c:v>62</c:v>
                </c:pt>
                <c:pt idx="993">
                  <c:v>60</c:v>
                </c:pt>
                <c:pt idx="994">
                  <c:v>60</c:v>
                </c:pt>
                <c:pt idx="995">
                  <c:v>58</c:v>
                </c:pt>
                <c:pt idx="996">
                  <c:v>55</c:v>
                </c:pt>
                <c:pt idx="997">
                  <c:v>53</c:v>
                </c:pt>
                <c:pt idx="998">
                  <c:v>52</c:v>
                </c:pt>
                <c:pt idx="999">
                  <c:v>52</c:v>
                </c:pt>
              </c:numCache>
            </c:numRef>
          </c:xVal>
          <c:yVal>
            <c:numRef>
              <c:f>GU!D2:D1001</c:f>
              <c:numCache>
                <c:formatCode>0.00%</c:formatCode>
                <c:ptCount val="1000"/>
                <c:pt idx="0">
                  <c:v>0.17199999999999999</c:v>
                </c:pt>
                <c:pt idx="1">
                  <c:v>6.3E-2</c:v>
                </c:pt>
                <c:pt idx="2">
                  <c:v>6.6100000000000006E-2</c:v>
                </c:pt>
                <c:pt idx="3">
                  <c:v>0.21</c:v>
                </c:pt>
                <c:pt idx="4">
                  <c:v>0.15859999999999999</c:v>
                </c:pt>
                <c:pt idx="5">
                  <c:v>0.29320000000000002</c:v>
                </c:pt>
                <c:pt idx="6">
                  <c:v>0.24399999999999999</c:v>
                </c:pt>
                <c:pt idx="7">
                  <c:v>3.8300000000000001E-2</c:v>
                </c:pt>
                <c:pt idx="8">
                  <c:v>0.37909999999999999</c:v>
                </c:pt>
                <c:pt idx="9">
                  <c:v>5.0599999999999999E-2</c:v>
                </c:pt>
                <c:pt idx="10">
                  <c:v>0.14610000000000001</c:v>
                </c:pt>
                <c:pt idx="11">
                  <c:v>0.18920000000000001</c:v>
                </c:pt>
                <c:pt idx="12">
                  <c:v>0.2571</c:v>
                </c:pt>
                <c:pt idx="13">
                  <c:v>4.6199999999999998E-2</c:v>
                </c:pt>
                <c:pt idx="14">
                  <c:v>9.2799999999999994E-2</c:v>
                </c:pt>
                <c:pt idx="15">
                  <c:v>0.35570000000000002</c:v>
                </c:pt>
                <c:pt idx="16">
                  <c:v>0.33489999999999998</c:v>
                </c:pt>
                <c:pt idx="17">
                  <c:v>1.43E-2</c:v>
                </c:pt>
                <c:pt idx="18">
                  <c:v>0.14080000000000001</c:v>
                </c:pt>
                <c:pt idx="19">
                  <c:v>0.2064</c:v>
                </c:pt>
                <c:pt idx="20">
                  <c:v>0.12640000000000001</c:v>
                </c:pt>
                <c:pt idx="21">
                  <c:v>0.1784</c:v>
                </c:pt>
                <c:pt idx="22">
                  <c:v>0.2717</c:v>
                </c:pt>
                <c:pt idx="23">
                  <c:v>0.39229999999999998</c:v>
                </c:pt>
                <c:pt idx="24">
                  <c:v>0.30320000000000003</c:v>
                </c:pt>
                <c:pt idx="25">
                  <c:v>0.22869999999999999</c:v>
                </c:pt>
                <c:pt idx="26">
                  <c:v>0.28549999999999998</c:v>
                </c:pt>
                <c:pt idx="27">
                  <c:v>0.3175</c:v>
                </c:pt>
                <c:pt idx="28">
                  <c:v>0.34089999999999998</c:v>
                </c:pt>
                <c:pt idx="29">
                  <c:v>0.1817</c:v>
                </c:pt>
                <c:pt idx="30">
                  <c:v>0.13220000000000001</c:v>
                </c:pt>
                <c:pt idx="31">
                  <c:v>0.155</c:v>
                </c:pt>
                <c:pt idx="32">
                  <c:v>4.3400000000000001E-2</c:v>
                </c:pt>
                <c:pt idx="33">
                  <c:v>2.4799999999999999E-2</c:v>
                </c:pt>
                <c:pt idx="34">
                  <c:v>2.6499999999999999E-2</c:v>
                </c:pt>
                <c:pt idx="35">
                  <c:v>0.19059999999999999</c:v>
                </c:pt>
                <c:pt idx="36">
                  <c:v>1.2500000000000001E-2</c:v>
                </c:pt>
                <c:pt idx="37">
                  <c:v>0.30430000000000001</c:v>
                </c:pt>
                <c:pt idx="38">
                  <c:v>0.122</c:v>
                </c:pt>
                <c:pt idx="39">
                  <c:v>0.31509999999999999</c:v>
                </c:pt>
                <c:pt idx="40">
                  <c:v>0.2787</c:v>
                </c:pt>
                <c:pt idx="41">
                  <c:v>5.6399999999999999E-2</c:v>
                </c:pt>
                <c:pt idx="42">
                  <c:v>0.18099999999999999</c:v>
                </c:pt>
                <c:pt idx="43">
                  <c:v>0.3553</c:v>
                </c:pt>
                <c:pt idx="44">
                  <c:v>0.25900000000000001</c:v>
                </c:pt>
                <c:pt idx="45">
                  <c:v>0.36309999999999998</c:v>
                </c:pt>
                <c:pt idx="46">
                  <c:v>5.62E-2</c:v>
                </c:pt>
                <c:pt idx="47">
                  <c:v>0.32890000000000003</c:v>
                </c:pt>
                <c:pt idx="48">
                  <c:v>4.6899999999999997E-2</c:v>
                </c:pt>
                <c:pt idx="49">
                  <c:v>0.25409999999999999</c:v>
                </c:pt>
                <c:pt idx="50">
                  <c:v>3.3300000000000003E-2</c:v>
                </c:pt>
                <c:pt idx="51">
                  <c:v>0.25090000000000001</c:v>
                </c:pt>
                <c:pt idx="52">
                  <c:v>0.21709999999999999</c:v>
                </c:pt>
                <c:pt idx="53">
                  <c:v>0.29630000000000001</c:v>
                </c:pt>
                <c:pt idx="54">
                  <c:v>0.30740000000000001</c:v>
                </c:pt>
                <c:pt idx="55">
                  <c:v>0.2296</c:v>
                </c:pt>
                <c:pt idx="56">
                  <c:v>0.2389</c:v>
                </c:pt>
                <c:pt idx="57">
                  <c:v>0.2944</c:v>
                </c:pt>
                <c:pt idx="58">
                  <c:v>0.32079999999999997</c:v>
                </c:pt>
                <c:pt idx="59">
                  <c:v>0.35799999999999998</c:v>
                </c:pt>
                <c:pt idx="60">
                  <c:v>6.0600000000000001E-2</c:v>
                </c:pt>
                <c:pt idx="61">
                  <c:v>0.34639999999999999</c:v>
                </c:pt>
                <c:pt idx="62">
                  <c:v>0.1646</c:v>
                </c:pt>
                <c:pt idx="63">
                  <c:v>0.35630000000000001</c:v>
                </c:pt>
                <c:pt idx="64">
                  <c:v>0.3165</c:v>
                </c:pt>
                <c:pt idx="65">
                  <c:v>0.3962</c:v>
                </c:pt>
                <c:pt idx="66">
                  <c:v>0.36099999999999999</c:v>
                </c:pt>
                <c:pt idx="67">
                  <c:v>0.24260000000000001</c:v>
                </c:pt>
                <c:pt idx="68">
                  <c:v>0.36680000000000001</c:v>
                </c:pt>
                <c:pt idx="69">
                  <c:v>0.17249999999999999</c:v>
                </c:pt>
                <c:pt idx="70">
                  <c:v>0.26450000000000001</c:v>
                </c:pt>
                <c:pt idx="71">
                  <c:v>0.1343</c:v>
                </c:pt>
                <c:pt idx="72">
                  <c:v>0.39350000000000002</c:v>
                </c:pt>
                <c:pt idx="73">
                  <c:v>0.26750000000000002</c:v>
                </c:pt>
                <c:pt idx="74">
                  <c:v>0.11409999999999999</c:v>
                </c:pt>
                <c:pt idx="75">
                  <c:v>0.27739999999999998</c:v>
                </c:pt>
                <c:pt idx="76">
                  <c:v>0.19589999999999999</c:v>
                </c:pt>
                <c:pt idx="77">
                  <c:v>0.1608</c:v>
                </c:pt>
                <c:pt idx="78">
                  <c:v>0.38629999999999998</c:v>
                </c:pt>
                <c:pt idx="79">
                  <c:v>3.1300000000000001E-2</c:v>
                </c:pt>
                <c:pt idx="80">
                  <c:v>0.34910000000000002</c:v>
                </c:pt>
                <c:pt idx="81">
                  <c:v>0.37380000000000002</c:v>
                </c:pt>
                <c:pt idx="82">
                  <c:v>3.4099999999999998E-2</c:v>
                </c:pt>
                <c:pt idx="83">
                  <c:v>0.2195</c:v>
                </c:pt>
                <c:pt idx="84">
                  <c:v>9.4000000000000004E-3</c:v>
                </c:pt>
                <c:pt idx="85">
                  <c:v>2.0899999999999998E-2</c:v>
                </c:pt>
                <c:pt idx="86">
                  <c:v>7.5999999999999998E-2</c:v>
                </c:pt>
                <c:pt idx="87">
                  <c:v>0.32400000000000001</c:v>
                </c:pt>
                <c:pt idx="88">
                  <c:v>0.158</c:v>
                </c:pt>
                <c:pt idx="89">
                  <c:v>0.32340000000000002</c:v>
                </c:pt>
                <c:pt idx="90">
                  <c:v>4.9799999999999997E-2</c:v>
                </c:pt>
                <c:pt idx="91">
                  <c:v>0.29389999999999999</c:v>
                </c:pt>
                <c:pt idx="92">
                  <c:v>0.35399999999999998</c:v>
                </c:pt>
                <c:pt idx="93">
                  <c:v>0.05</c:v>
                </c:pt>
                <c:pt idx="94">
                  <c:v>0.24149999999999999</c:v>
                </c:pt>
                <c:pt idx="95">
                  <c:v>0.37580000000000002</c:v>
                </c:pt>
                <c:pt idx="96">
                  <c:v>0.21709999999999999</c:v>
                </c:pt>
                <c:pt idx="97">
                  <c:v>0.30880000000000002</c:v>
                </c:pt>
                <c:pt idx="98">
                  <c:v>7.22E-2</c:v>
                </c:pt>
                <c:pt idx="99">
                  <c:v>5.6099999999999997E-2</c:v>
                </c:pt>
                <c:pt idx="100">
                  <c:v>0.2656</c:v>
                </c:pt>
                <c:pt idx="101">
                  <c:v>5.45E-2</c:v>
                </c:pt>
                <c:pt idx="102">
                  <c:v>0.25130000000000002</c:v>
                </c:pt>
                <c:pt idx="103">
                  <c:v>0.22689999999999999</c:v>
                </c:pt>
                <c:pt idx="104">
                  <c:v>0.25900000000000001</c:v>
                </c:pt>
                <c:pt idx="105">
                  <c:v>0.39629999999999999</c:v>
                </c:pt>
                <c:pt idx="106">
                  <c:v>0.26939999999999997</c:v>
                </c:pt>
                <c:pt idx="107">
                  <c:v>0.1265</c:v>
                </c:pt>
                <c:pt idx="108">
                  <c:v>0.36209999999999998</c:v>
                </c:pt>
                <c:pt idx="109">
                  <c:v>4.2200000000000001E-2</c:v>
                </c:pt>
                <c:pt idx="110">
                  <c:v>0.1221</c:v>
                </c:pt>
                <c:pt idx="111">
                  <c:v>0.2833</c:v>
                </c:pt>
                <c:pt idx="112">
                  <c:v>0.22589999999999999</c:v>
                </c:pt>
                <c:pt idx="113">
                  <c:v>0.1951</c:v>
                </c:pt>
                <c:pt idx="114">
                  <c:v>0.18029999999999999</c:v>
                </c:pt>
                <c:pt idx="115">
                  <c:v>0.31609999999999999</c:v>
                </c:pt>
                <c:pt idx="116">
                  <c:v>0.1419</c:v>
                </c:pt>
                <c:pt idx="117">
                  <c:v>0.38009999999999999</c:v>
                </c:pt>
                <c:pt idx="118">
                  <c:v>0.1376</c:v>
                </c:pt>
                <c:pt idx="119">
                  <c:v>4.0000000000000001E-3</c:v>
                </c:pt>
                <c:pt idx="120">
                  <c:v>6.0100000000000001E-2</c:v>
                </c:pt>
                <c:pt idx="121">
                  <c:v>0.1827</c:v>
                </c:pt>
                <c:pt idx="122">
                  <c:v>0.17899999999999999</c:v>
                </c:pt>
                <c:pt idx="123">
                  <c:v>0.28000000000000003</c:v>
                </c:pt>
                <c:pt idx="124">
                  <c:v>0.22750000000000001</c:v>
                </c:pt>
                <c:pt idx="125">
                  <c:v>7.5300000000000006E-2</c:v>
                </c:pt>
                <c:pt idx="126">
                  <c:v>0.20569999999999999</c:v>
                </c:pt>
                <c:pt idx="127">
                  <c:v>0.17080000000000001</c:v>
                </c:pt>
                <c:pt idx="128">
                  <c:v>0.39729999999999999</c:v>
                </c:pt>
                <c:pt idx="129">
                  <c:v>0.15690000000000001</c:v>
                </c:pt>
                <c:pt idx="130">
                  <c:v>0.2261</c:v>
                </c:pt>
                <c:pt idx="131">
                  <c:v>0.32790000000000002</c:v>
                </c:pt>
                <c:pt idx="132">
                  <c:v>0.191</c:v>
                </c:pt>
                <c:pt idx="133">
                  <c:v>0.21870000000000001</c:v>
                </c:pt>
                <c:pt idx="134">
                  <c:v>6.5299999999999997E-2</c:v>
                </c:pt>
                <c:pt idx="135">
                  <c:v>2.24E-2</c:v>
                </c:pt>
                <c:pt idx="136">
                  <c:v>6.9500000000000006E-2</c:v>
                </c:pt>
                <c:pt idx="137">
                  <c:v>0.3029</c:v>
                </c:pt>
                <c:pt idx="138">
                  <c:v>0.28889999999999999</c:v>
                </c:pt>
                <c:pt idx="139">
                  <c:v>0.15310000000000001</c:v>
                </c:pt>
                <c:pt idx="140">
                  <c:v>0.33610000000000001</c:v>
                </c:pt>
                <c:pt idx="141">
                  <c:v>0.3493</c:v>
                </c:pt>
                <c:pt idx="142">
                  <c:v>0.15260000000000001</c:v>
                </c:pt>
                <c:pt idx="143">
                  <c:v>0.1598</c:v>
                </c:pt>
                <c:pt idx="144">
                  <c:v>0.21210000000000001</c:v>
                </c:pt>
                <c:pt idx="145">
                  <c:v>7.9699999999999993E-2</c:v>
                </c:pt>
                <c:pt idx="146">
                  <c:v>0.106</c:v>
                </c:pt>
                <c:pt idx="147">
                  <c:v>8.8400000000000006E-2</c:v>
                </c:pt>
                <c:pt idx="148">
                  <c:v>0.31659999999999999</c:v>
                </c:pt>
                <c:pt idx="149">
                  <c:v>0.18779999999999999</c:v>
                </c:pt>
                <c:pt idx="150">
                  <c:v>9.2200000000000004E-2</c:v>
                </c:pt>
                <c:pt idx="151">
                  <c:v>0.29980000000000001</c:v>
                </c:pt>
                <c:pt idx="152">
                  <c:v>0.14879999999999999</c:v>
                </c:pt>
                <c:pt idx="153">
                  <c:v>0.1734</c:v>
                </c:pt>
                <c:pt idx="154">
                  <c:v>0.1381</c:v>
                </c:pt>
                <c:pt idx="155">
                  <c:v>0.1953</c:v>
                </c:pt>
                <c:pt idx="156">
                  <c:v>0.35099999999999998</c:v>
                </c:pt>
                <c:pt idx="157">
                  <c:v>0.2041</c:v>
                </c:pt>
                <c:pt idx="158">
                  <c:v>0.36049999999999999</c:v>
                </c:pt>
                <c:pt idx="159">
                  <c:v>0.34360000000000002</c:v>
                </c:pt>
                <c:pt idx="160">
                  <c:v>0.28399999999999997</c:v>
                </c:pt>
                <c:pt idx="161">
                  <c:v>0.15110000000000001</c:v>
                </c:pt>
                <c:pt idx="162">
                  <c:v>0.1021</c:v>
                </c:pt>
                <c:pt idx="163">
                  <c:v>0.30470000000000003</c:v>
                </c:pt>
                <c:pt idx="164">
                  <c:v>0.22750000000000001</c:v>
                </c:pt>
                <c:pt idx="165">
                  <c:v>0.30559999999999998</c:v>
                </c:pt>
                <c:pt idx="166">
                  <c:v>0.1938</c:v>
                </c:pt>
                <c:pt idx="167">
                  <c:v>8.6300000000000002E-2</c:v>
                </c:pt>
                <c:pt idx="168">
                  <c:v>0.37059999999999998</c:v>
                </c:pt>
                <c:pt idx="169">
                  <c:v>0.13339999999999999</c:v>
                </c:pt>
                <c:pt idx="170">
                  <c:v>0.37080000000000002</c:v>
                </c:pt>
                <c:pt idx="171">
                  <c:v>8.8099999999999998E-2</c:v>
                </c:pt>
                <c:pt idx="172">
                  <c:v>0.1103</c:v>
                </c:pt>
                <c:pt idx="173">
                  <c:v>0.18</c:v>
                </c:pt>
                <c:pt idx="174">
                  <c:v>0.17219999999999999</c:v>
                </c:pt>
                <c:pt idx="175">
                  <c:v>0.27610000000000001</c:v>
                </c:pt>
                <c:pt idx="176">
                  <c:v>0.12529999999999999</c:v>
                </c:pt>
                <c:pt idx="177">
                  <c:v>0.21990000000000001</c:v>
                </c:pt>
                <c:pt idx="178">
                  <c:v>0.20080000000000001</c:v>
                </c:pt>
                <c:pt idx="179">
                  <c:v>0.11509999999999999</c:v>
                </c:pt>
                <c:pt idx="180">
                  <c:v>0.11459999999999999</c:v>
                </c:pt>
                <c:pt idx="181">
                  <c:v>9.7000000000000003E-2</c:v>
                </c:pt>
                <c:pt idx="182">
                  <c:v>0.35160000000000002</c:v>
                </c:pt>
                <c:pt idx="183">
                  <c:v>0.1011</c:v>
                </c:pt>
                <c:pt idx="184">
                  <c:v>7.7200000000000005E-2</c:v>
                </c:pt>
                <c:pt idx="185">
                  <c:v>0.31330000000000002</c:v>
                </c:pt>
                <c:pt idx="186">
                  <c:v>0.33950000000000002</c:v>
                </c:pt>
                <c:pt idx="187">
                  <c:v>0.39460000000000001</c:v>
                </c:pt>
                <c:pt idx="188">
                  <c:v>0.12609999999999999</c:v>
                </c:pt>
                <c:pt idx="189">
                  <c:v>0.32379999999999998</c:v>
                </c:pt>
                <c:pt idx="190">
                  <c:v>0.2056</c:v>
                </c:pt>
                <c:pt idx="191">
                  <c:v>0.36</c:v>
                </c:pt>
                <c:pt idx="192">
                  <c:v>0.31209999999999999</c:v>
                </c:pt>
                <c:pt idx="193">
                  <c:v>0.30759999999999998</c:v>
                </c:pt>
                <c:pt idx="194">
                  <c:v>0.1988</c:v>
                </c:pt>
                <c:pt idx="195">
                  <c:v>0.3785</c:v>
                </c:pt>
                <c:pt idx="196">
                  <c:v>0.1017</c:v>
                </c:pt>
                <c:pt idx="197">
                  <c:v>0.34870000000000001</c:v>
                </c:pt>
                <c:pt idx="198">
                  <c:v>0.1012</c:v>
                </c:pt>
                <c:pt idx="199">
                  <c:v>0.36109999999999998</c:v>
                </c:pt>
                <c:pt idx="200">
                  <c:v>0.16520000000000001</c:v>
                </c:pt>
                <c:pt idx="201">
                  <c:v>0.22189999999999999</c:v>
                </c:pt>
                <c:pt idx="202">
                  <c:v>0.3327</c:v>
                </c:pt>
                <c:pt idx="203">
                  <c:v>0.19700000000000001</c:v>
                </c:pt>
                <c:pt idx="204">
                  <c:v>6.4500000000000002E-2</c:v>
                </c:pt>
                <c:pt idx="205">
                  <c:v>0.2918</c:v>
                </c:pt>
                <c:pt idx="206">
                  <c:v>9.7100000000000006E-2</c:v>
                </c:pt>
                <c:pt idx="207">
                  <c:v>0.1308</c:v>
                </c:pt>
                <c:pt idx="208">
                  <c:v>0.11459999999999999</c:v>
                </c:pt>
                <c:pt idx="209">
                  <c:v>0.37590000000000001</c:v>
                </c:pt>
                <c:pt idx="210">
                  <c:v>8.7300000000000003E-2</c:v>
                </c:pt>
                <c:pt idx="211">
                  <c:v>0.39660000000000001</c:v>
                </c:pt>
                <c:pt idx="212">
                  <c:v>0.1305</c:v>
                </c:pt>
                <c:pt idx="213">
                  <c:v>3.0099999999999998E-2</c:v>
                </c:pt>
                <c:pt idx="214">
                  <c:v>0.32350000000000001</c:v>
                </c:pt>
                <c:pt idx="215">
                  <c:v>9.5000000000000001E-2</c:v>
                </c:pt>
                <c:pt idx="216">
                  <c:v>9.9900000000000003E-2</c:v>
                </c:pt>
                <c:pt idx="217">
                  <c:v>8.6099999999999996E-2</c:v>
                </c:pt>
                <c:pt idx="218">
                  <c:v>0.35699999999999998</c:v>
                </c:pt>
                <c:pt idx="219">
                  <c:v>0.15909999999999999</c:v>
                </c:pt>
                <c:pt idx="220">
                  <c:v>0.152</c:v>
                </c:pt>
                <c:pt idx="221">
                  <c:v>0.39300000000000002</c:v>
                </c:pt>
                <c:pt idx="222">
                  <c:v>0.27929999999999999</c:v>
                </c:pt>
                <c:pt idx="223">
                  <c:v>0.26600000000000001</c:v>
                </c:pt>
                <c:pt idx="224">
                  <c:v>0.39040000000000002</c:v>
                </c:pt>
                <c:pt idx="225">
                  <c:v>0.28699999999999998</c:v>
                </c:pt>
                <c:pt idx="226">
                  <c:v>9.1300000000000006E-2</c:v>
                </c:pt>
                <c:pt idx="227">
                  <c:v>0.3044</c:v>
                </c:pt>
                <c:pt idx="228">
                  <c:v>0.31979999999999997</c:v>
                </c:pt>
                <c:pt idx="229">
                  <c:v>0.3644</c:v>
                </c:pt>
                <c:pt idx="230">
                  <c:v>0.32669999999999999</c:v>
                </c:pt>
                <c:pt idx="231">
                  <c:v>0.02</c:v>
                </c:pt>
                <c:pt idx="232">
                  <c:v>0.19639999999999999</c:v>
                </c:pt>
                <c:pt idx="233">
                  <c:v>0.3382</c:v>
                </c:pt>
                <c:pt idx="234">
                  <c:v>0.15</c:v>
                </c:pt>
                <c:pt idx="235">
                  <c:v>0.25590000000000002</c:v>
                </c:pt>
                <c:pt idx="236">
                  <c:v>0.35520000000000002</c:v>
                </c:pt>
                <c:pt idx="237">
                  <c:v>6.8699999999999997E-2</c:v>
                </c:pt>
                <c:pt idx="238">
                  <c:v>0.36149999999999999</c:v>
                </c:pt>
                <c:pt idx="239">
                  <c:v>0.28110000000000002</c:v>
                </c:pt>
                <c:pt idx="240">
                  <c:v>0.29549999999999998</c:v>
                </c:pt>
                <c:pt idx="241">
                  <c:v>0.37859999999999999</c:v>
                </c:pt>
                <c:pt idx="242">
                  <c:v>0.13120000000000001</c:v>
                </c:pt>
                <c:pt idx="243">
                  <c:v>0.31709999999999999</c:v>
                </c:pt>
                <c:pt idx="244">
                  <c:v>8.6300000000000002E-2</c:v>
                </c:pt>
                <c:pt idx="245">
                  <c:v>0.1095</c:v>
                </c:pt>
                <c:pt idx="246">
                  <c:v>0.13539999999999999</c:v>
                </c:pt>
                <c:pt idx="247">
                  <c:v>0.28660000000000002</c:v>
                </c:pt>
                <c:pt idx="248">
                  <c:v>9.7299999999999998E-2</c:v>
                </c:pt>
                <c:pt idx="249">
                  <c:v>5.11E-2</c:v>
                </c:pt>
                <c:pt idx="250">
                  <c:v>0.35310000000000002</c:v>
                </c:pt>
                <c:pt idx="251">
                  <c:v>0.33789999999999998</c:v>
                </c:pt>
                <c:pt idx="252">
                  <c:v>0.24590000000000001</c:v>
                </c:pt>
                <c:pt idx="253">
                  <c:v>0.30209999999999998</c:v>
                </c:pt>
                <c:pt idx="254">
                  <c:v>0.2893</c:v>
                </c:pt>
                <c:pt idx="255">
                  <c:v>6.6100000000000006E-2</c:v>
                </c:pt>
                <c:pt idx="256">
                  <c:v>0.17749999999999999</c:v>
                </c:pt>
                <c:pt idx="257">
                  <c:v>0.10730000000000001</c:v>
                </c:pt>
                <c:pt idx="258">
                  <c:v>0.23530000000000001</c:v>
                </c:pt>
                <c:pt idx="259">
                  <c:v>0.10630000000000001</c:v>
                </c:pt>
                <c:pt idx="260">
                  <c:v>0.31919999999999998</c:v>
                </c:pt>
                <c:pt idx="261">
                  <c:v>0.38179999999999997</c:v>
                </c:pt>
                <c:pt idx="262">
                  <c:v>0.34570000000000001</c:v>
                </c:pt>
                <c:pt idx="263">
                  <c:v>0.2944</c:v>
                </c:pt>
                <c:pt idx="264">
                  <c:v>4.0599999999999997E-2</c:v>
                </c:pt>
                <c:pt idx="265">
                  <c:v>0.27739999999999998</c:v>
                </c:pt>
                <c:pt idx="266">
                  <c:v>0.38719999999999999</c:v>
                </c:pt>
                <c:pt idx="267">
                  <c:v>0.2447</c:v>
                </c:pt>
                <c:pt idx="268">
                  <c:v>4.36E-2</c:v>
                </c:pt>
                <c:pt idx="269">
                  <c:v>9.35E-2</c:v>
                </c:pt>
                <c:pt idx="270">
                  <c:v>0.35239999999999999</c:v>
                </c:pt>
                <c:pt idx="271">
                  <c:v>9.9000000000000008E-3</c:v>
                </c:pt>
                <c:pt idx="272">
                  <c:v>0.12479999999999999</c:v>
                </c:pt>
                <c:pt idx="273">
                  <c:v>0.26279999999999998</c:v>
                </c:pt>
                <c:pt idx="274">
                  <c:v>0.35139999999999999</c:v>
                </c:pt>
                <c:pt idx="275">
                  <c:v>0.12939999999999999</c:v>
                </c:pt>
                <c:pt idx="276">
                  <c:v>0.39639999999999997</c:v>
                </c:pt>
                <c:pt idx="277">
                  <c:v>2.5700000000000001E-2</c:v>
                </c:pt>
                <c:pt idx="278">
                  <c:v>0.26619999999999999</c:v>
                </c:pt>
                <c:pt idx="279">
                  <c:v>6.8500000000000005E-2</c:v>
                </c:pt>
                <c:pt idx="280">
                  <c:v>0.12</c:v>
                </c:pt>
                <c:pt idx="281">
                  <c:v>0.35099999999999998</c:v>
                </c:pt>
                <c:pt idx="282">
                  <c:v>0.1133</c:v>
                </c:pt>
                <c:pt idx="283">
                  <c:v>0.13919999999999999</c:v>
                </c:pt>
                <c:pt idx="284">
                  <c:v>1.7299999999999999E-2</c:v>
                </c:pt>
                <c:pt idx="285">
                  <c:v>0.2185</c:v>
                </c:pt>
                <c:pt idx="286">
                  <c:v>0.22689999999999999</c:v>
                </c:pt>
                <c:pt idx="287">
                  <c:v>0.15909999999999999</c:v>
                </c:pt>
                <c:pt idx="288">
                  <c:v>2.24E-2</c:v>
                </c:pt>
                <c:pt idx="289">
                  <c:v>4.2000000000000003E-2</c:v>
                </c:pt>
                <c:pt idx="290">
                  <c:v>0.25419999999999998</c:v>
                </c:pt>
                <c:pt idx="291">
                  <c:v>0.35820000000000002</c:v>
                </c:pt>
                <c:pt idx="292">
                  <c:v>0.24379999999999999</c:v>
                </c:pt>
                <c:pt idx="293">
                  <c:v>0.11409999999999999</c:v>
                </c:pt>
                <c:pt idx="294">
                  <c:v>0.27689999999999998</c:v>
                </c:pt>
                <c:pt idx="295">
                  <c:v>7.0499999999999993E-2</c:v>
                </c:pt>
                <c:pt idx="296">
                  <c:v>0.1318</c:v>
                </c:pt>
                <c:pt idx="297">
                  <c:v>0.2772</c:v>
                </c:pt>
                <c:pt idx="298">
                  <c:v>0.30199999999999999</c:v>
                </c:pt>
                <c:pt idx="299">
                  <c:v>0.3705</c:v>
                </c:pt>
                <c:pt idx="300">
                  <c:v>6.6400000000000001E-2</c:v>
                </c:pt>
                <c:pt idx="301">
                  <c:v>1.9E-2</c:v>
                </c:pt>
                <c:pt idx="302">
                  <c:v>0.1207</c:v>
                </c:pt>
                <c:pt idx="303">
                  <c:v>0.39750000000000002</c:v>
                </c:pt>
                <c:pt idx="304">
                  <c:v>0.315</c:v>
                </c:pt>
                <c:pt idx="305">
                  <c:v>5.6500000000000002E-2</c:v>
                </c:pt>
                <c:pt idx="306">
                  <c:v>0.25719999999999998</c:v>
                </c:pt>
                <c:pt idx="307">
                  <c:v>0.35859999999999997</c:v>
                </c:pt>
                <c:pt idx="308">
                  <c:v>6.1100000000000002E-2</c:v>
                </c:pt>
                <c:pt idx="309">
                  <c:v>0.34789999999999999</c:v>
                </c:pt>
                <c:pt idx="310">
                  <c:v>5.3400000000000003E-2</c:v>
                </c:pt>
                <c:pt idx="311">
                  <c:v>5.7099999999999998E-2</c:v>
                </c:pt>
                <c:pt idx="312">
                  <c:v>0.37669999999999998</c:v>
                </c:pt>
                <c:pt idx="313">
                  <c:v>0.15010000000000001</c:v>
                </c:pt>
                <c:pt idx="314">
                  <c:v>0.29959999999999998</c:v>
                </c:pt>
                <c:pt idx="315">
                  <c:v>0.30399999999999999</c:v>
                </c:pt>
                <c:pt idx="316">
                  <c:v>1.04E-2</c:v>
                </c:pt>
                <c:pt idx="317">
                  <c:v>0.2268</c:v>
                </c:pt>
                <c:pt idx="318">
                  <c:v>1.35E-2</c:v>
                </c:pt>
                <c:pt idx="319">
                  <c:v>0.37809999999999999</c:v>
                </c:pt>
                <c:pt idx="320">
                  <c:v>0.33560000000000001</c:v>
                </c:pt>
                <c:pt idx="321">
                  <c:v>0.37290000000000001</c:v>
                </c:pt>
                <c:pt idx="322">
                  <c:v>0.23530000000000001</c:v>
                </c:pt>
                <c:pt idx="323">
                  <c:v>0.1414</c:v>
                </c:pt>
                <c:pt idx="324">
                  <c:v>9.4E-2</c:v>
                </c:pt>
                <c:pt idx="325">
                  <c:v>0.25209999999999999</c:v>
                </c:pt>
                <c:pt idx="326">
                  <c:v>0.34410000000000002</c:v>
                </c:pt>
                <c:pt idx="327">
                  <c:v>0.31950000000000001</c:v>
                </c:pt>
                <c:pt idx="328">
                  <c:v>0.33629999999999999</c:v>
                </c:pt>
                <c:pt idx="329">
                  <c:v>0.12180000000000001</c:v>
                </c:pt>
                <c:pt idx="330">
                  <c:v>0.27029999999999998</c:v>
                </c:pt>
                <c:pt idx="331">
                  <c:v>0.28499999999999998</c:v>
                </c:pt>
                <c:pt idx="332">
                  <c:v>0.26669999999999999</c:v>
                </c:pt>
                <c:pt idx="333">
                  <c:v>0.3795</c:v>
                </c:pt>
                <c:pt idx="334">
                  <c:v>0.33989999999999998</c:v>
                </c:pt>
                <c:pt idx="335">
                  <c:v>0.1166</c:v>
                </c:pt>
                <c:pt idx="336">
                  <c:v>0.2641</c:v>
                </c:pt>
                <c:pt idx="337">
                  <c:v>0.19450000000000001</c:v>
                </c:pt>
                <c:pt idx="338">
                  <c:v>9.2600000000000002E-2</c:v>
                </c:pt>
                <c:pt idx="339">
                  <c:v>0.21690000000000001</c:v>
                </c:pt>
                <c:pt idx="340">
                  <c:v>0.21340000000000001</c:v>
                </c:pt>
                <c:pt idx="341">
                  <c:v>0.01</c:v>
                </c:pt>
                <c:pt idx="342">
                  <c:v>0.38490000000000002</c:v>
                </c:pt>
                <c:pt idx="343">
                  <c:v>7.3099999999999998E-2</c:v>
                </c:pt>
                <c:pt idx="344">
                  <c:v>0.36209999999999998</c:v>
                </c:pt>
                <c:pt idx="345">
                  <c:v>4.7100000000000003E-2</c:v>
                </c:pt>
                <c:pt idx="346">
                  <c:v>0.22869999999999999</c:v>
                </c:pt>
                <c:pt idx="347">
                  <c:v>0.35339999999999999</c:v>
                </c:pt>
                <c:pt idx="348">
                  <c:v>0.25869999999999999</c:v>
                </c:pt>
                <c:pt idx="349">
                  <c:v>3.1E-2</c:v>
                </c:pt>
                <c:pt idx="350">
                  <c:v>0.20080000000000001</c:v>
                </c:pt>
                <c:pt idx="351">
                  <c:v>0.31359999999999999</c:v>
                </c:pt>
                <c:pt idx="352">
                  <c:v>6.4699999999999994E-2</c:v>
                </c:pt>
                <c:pt idx="353">
                  <c:v>1.4E-2</c:v>
                </c:pt>
                <c:pt idx="354">
                  <c:v>2.9700000000000001E-2</c:v>
                </c:pt>
                <c:pt idx="355">
                  <c:v>0.28860000000000002</c:v>
                </c:pt>
                <c:pt idx="356">
                  <c:v>0.27389999999999998</c:v>
                </c:pt>
                <c:pt idx="357">
                  <c:v>0.19209999999999999</c:v>
                </c:pt>
                <c:pt idx="358">
                  <c:v>0.2984</c:v>
                </c:pt>
                <c:pt idx="359">
                  <c:v>0.2009</c:v>
                </c:pt>
                <c:pt idx="360">
                  <c:v>0.3236</c:v>
                </c:pt>
                <c:pt idx="361">
                  <c:v>0.39810000000000001</c:v>
                </c:pt>
                <c:pt idx="362">
                  <c:v>0.246</c:v>
                </c:pt>
                <c:pt idx="363">
                  <c:v>4.53E-2</c:v>
                </c:pt>
                <c:pt idx="364">
                  <c:v>0.17849999999999999</c:v>
                </c:pt>
                <c:pt idx="365">
                  <c:v>0.22969999999999999</c:v>
                </c:pt>
                <c:pt idx="366">
                  <c:v>0.27060000000000001</c:v>
                </c:pt>
                <c:pt idx="367">
                  <c:v>3.6799999999999999E-2</c:v>
                </c:pt>
                <c:pt idx="368">
                  <c:v>0.2361</c:v>
                </c:pt>
                <c:pt idx="369">
                  <c:v>0.2203</c:v>
                </c:pt>
                <c:pt idx="370">
                  <c:v>0.3619</c:v>
                </c:pt>
                <c:pt idx="371">
                  <c:v>0.30830000000000002</c:v>
                </c:pt>
                <c:pt idx="372">
                  <c:v>0.189</c:v>
                </c:pt>
                <c:pt idx="373">
                  <c:v>9.7000000000000003E-3</c:v>
                </c:pt>
                <c:pt idx="374">
                  <c:v>0.28970000000000001</c:v>
                </c:pt>
                <c:pt idx="375">
                  <c:v>0.12709999999999999</c:v>
                </c:pt>
                <c:pt idx="376">
                  <c:v>6.1199999999999997E-2</c:v>
                </c:pt>
                <c:pt idx="377">
                  <c:v>0.1913</c:v>
                </c:pt>
                <c:pt idx="378">
                  <c:v>0.2344</c:v>
                </c:pt>
                <c:pt idx="379">
                  <c:v>6.9699999999999998E-2</c:v>
                </c:pt>
                <c:pt idx="380">
                  <c:v>0.25840000000000002</c:v>
                </c:pt>
                <c:pt idx="381">
                  <c:v>0.1888</c:v>
                </c:pt>
                <c:pt idx="382">
                  <c:v>0.39979999999999999</c:v>
                </c:pt>
                <c:pt idx="383">
                  <c:v>0.1512</c:v>
                </c:pt>
                <c:pt idx="384">
                  <c:v>0.17169999999999999</c:v>
                </c:pt>
                <c:pt idx="385">
                  <c:v>0.3528</c:v>
                </c:pt>
                <c:pt idx="386">
                  <c:v>0.25290000000000001</c:v>
                </c:pt>
                <c:pt idx="387">
                  <c:v>0.33500000000000002</c:v>
                </c:pt>
                <c:pt idx="388">
                  <c:v>0.31319999999999998</c:v>
                </c:pt>
                <c:pt idx="389">
                  <c:v>7.7899999999999997E-2</c:v>
                </c:pt>
                <c:pt idx="390">
                  <c:v>0.38350000000000001</c:v>
                </c:pt>
                <c:pt idx="391">
                  <c:v>0.24329999999999999</c:v>
                </c:pt>
                <c:pt idx="392">
                  <c:v>7.4999999999999997E-3</c:v>
                </c:pt>
                <c:pt idx="393">
                  <c:v>0.2112</c:v>
                </c:pt>
                <c:pt idx="394">
                  <c:v>0.34200000000000003</c:v>
                </c:pt>
                <c:pt idx="395">
                  <c:v>0.23169999999999999</c:v>
                </c:pt>
                <c:pt idx="396">
                  <c:v>0.2429</c:v>
                </c:pt>
                <c:pt idx="397">
                  <c:v>2.4400000000000002E-2</c:v>
                </c:pt>
                <c:pt idx="398">
                  <c:v>0.2029</c:v>
                </c:pt>
                <c:pt idx="399">
                  <c:v>0.38969999999999999</c:v>
                </c:pt>
                <c:pt idx="400">
                  <c:v>0.1285</c:v>
                </c:pt>
                <c:pt idx="401">
                  <c:v>0.26140000000000002</c:v>
                </c:pt>
                <c:pt idx="402">
                  <c:v>0.3347</c:v>
                </c:pt>
                <c:pt idx="403">
                  <c:v>0.18659999999999999</c:v>
                </c:pt>
                <c:pt idx="404">
                  <c:v>0.1231</c:v>
                </c:pt>
                <c:pt idx="405">
                  <c:v>0.31459999999999999</c:v>
                </c:pt>
                <c:pt idx="406">
                  <c:v>0.2545</c:v>
                </c:pt>
                <c:pt idx="407">
                  <c:v>7.6200000000000004E-2</c:v>
                </c:pt>
                <c:pt idx="408">
                  <c:v>0.21460000000000001</c:v>
                </c:pt>
                <c:pt idx="409">
                  <c:v>0.27800000000000002</c:v>
                </c:pt>
                <c:pt idx="410">
                  <c:v>0.313</c:v>
                </c:pt>
                <c:pt idx="411">
                  <c:v>0.24779999999999999</c:v>
                </c:pt>
                <c:pt idx="412">
                  <c:v>0.26889999999999997</c:v>
                </c:pt>
                <c:pt idx="413">
                  <c:v>0.1353</c:v>
                </c:pt>
                <c:pt idx="414">
                  <c:v>1.4E-2</c:v>
                </c:pt>
                <c:pt idx="415">
                  <c:v>0.32019999999999998</c:v>
                </c:pt>
                <c:pt idx="416">
                  <c:v>0.22470000000000001</c:v>
                </c:pt>
                <c:pt idx="417">
                  <c:v>4.3200000000000002E-2</c:v>
                </c:pt>
                <c:pt idx="418">
                  <c:v>0.1024</c:v>
                </c:pt>
                <c:pt idx="419">
                  <c:v>0.26569999999999999</c:v>
                </c:pt>
                <c:pt idx="420">
                  <c:v>0.15640000000000001</c:v>
                </c:pt>
                <c:pt idx="421">
                  <c:v>4.0099999999999997E-2</c:v>
                </c:pt>
                <c:pt idx="422">
                  <c:v>0.29120000000000001</c:v>
                </c:pt>
                <c:pt idx="423">
                  <c:v>3.56E-2</c:v>
                </c:pt>
                <c:pt idx="424">
                  <c:v>6.6000000000000003E-2</c:v>
                </c:pt>
                <c:pt idx="425">
                  <c:v>0.23350000000000001</c:v>
                </c:pt>
                <c:pt idx="426">
                  <c:v>0.24</c:v>
                </c:pt>
                <c:pt idx="427">
                  <c:v>5.7200000000000001E-2</c:v>
                </c:pt>
                <c:pt idx="428">
                  <c:v>0.1056</c:v>
                </c:pt>
                <c:pt idx="429">
                  <c:v>0.3826</c:v>
                </c:pt>
                <c:pt idx="430">
                  <c:v>3.49E-2</c:v>
                </c:pt>
                <c:pt idx="431">
                  <c:v>0.37430000000000002</c:v>
                </c:pt>
                <c:pt idx="432">
                  <c:v>7.1999999999999998E-3</c:v>
                </c:pt>
                <c:pt idx="433">
                  <c:v>0.33929999999999999</c:v>
                </c:pt>
                <c:pt idx="434">
                  <c:v>4.8500000000000001E-2</c:v>
                </c:pt>
                <c:pt idx="435">
                  <c:v>7.4700000000000003E-2</c:v>
                </c:pt>
                <c:pt idx="436">
                  <c:v>0.13589999999999999</c:v>
                </c:pt>
                <c:pt idx="437">
                  <c:v>0.18290000000000001</c:v>
                </c:pt>
                <c:pt idx="438">
                  <c:v>0.35439999999999999</c:v>
                </c:pt>
                <c:pt idx="439">
                  <c:v>4.2599999999999999E-2</c:v>
                </c:pt>
                <c:pt idx="440">
                  <c:v>0.16789999999999999</c:v>
                </c:pt>
                <c:pt idx="441">
                  <c:v>0.23200000000000001</c:v>
                </c:pt>
                <c:pt idx="442">
                  <c:v>0.19270000000000001</c:v>
                </c:pt>
                <c:pt idx="443">
                  <c:v>8.4000000000000005E-2</c:v>
                </c:pt>
                <c:pt idx="444">
                  <c:v>4.7100000000000003E-2</c:v>
                </c:pt>
                <c:pt idx="445">
                  <c:v>0.12740000000000001</c:v>
                </c:pt>
                <c:pt idx="446">
                  <c:v>0.18179999999999999</c:v>
                </c:pt>
                <c:pt idx="447">
                  <c:v>0.33119999999999999</c:v>
                </c:pt>
                <c:pt idx="448">
                  <c:v>5.7700000000000001E-2</c:v>
                </c:pt>
                <c:pt idx="449">
                  <c:v>0.25769999999999998</c:v>
                </c:pt>
                <c:pt idx="450">
                  <c:v>0.32800000000000001</c:v>
                </c:pt>
                <c:pt idx="451">
                  <c:v>0.33679999999999999</c:v>
                </c:pt>
                <c:pt idx="452">
                  <c:v>0.26879999999999998</c:v>
                </c:pt>
                <c:pt idx="453">
                  <c:v>0.20130000000000001</c:v>
                </c:pt>
                <c:pt idx="454">
                  <c:v>3.6799999999999999E-2</c:v>
                </c:pt>
                <c:pt idx="455">
                  <c:v>0.1003</c:v>
                </c:pt>
                <c:pt idx="456">
                  <c:v>0.375</c:v>
                </c:pt>
                <c:pt idx="457">
                  <c:v>5.3999999999999999E-2</c:v>
                </c:pt>
                <c:pt idx="458">
                  <c:v>0.1014</c:v>
                </c:pt>
                <c:pt idx="459">
                  <c:v>2.2800000000000001E-2</c:v>
                </c:pt>
                <c:pt idx="460">
                  <c:v>0.15840000000000001</c:v>
                </c:pt>
                <c:pt idx="461">
                  <c:v>0.38690000000000002</c:v>
                </c:pt>
                <c:pt idx="462">
                  <c:v>0.2752</c:v>
                </c:pt>
                <c:pt idx="463">
                  <c:v>0.34129999999999999</c:v>
                </c:pt>
                <c:pt idx="464">
                  <c:v>9.3700000000000006E-2</c:v>
                </c:pt>
                <c:pt idx="465">
                  <c:v>0.28449999999999998</c:v>
                </c:pt>
                <c:pt idx="466">
                  <c:v>0.39979999999999999</c:v>
                </c:pt>
                <c:pt idx="467">
                  <c:v>9.2499999999999999E-2</c:v>
                </c:pt>
                <c:pt idx="468">
                  <c:v>0.14050000000000001</c:v>
                </c:pt>
                <c:pt idx="469">
                  <c:v>0.23960000000000001</c:v>
                </c:pt>
                <c:pt idx="470">
                  <c:v>0.12520000000000001</c:v>
                </c:pt>
                <c:pt idx="471">
                  <c:v>3.9899999999999998E-2</c:v>
                </c:pt>
                <c:pt idx="472">
                  <c:v>0.23369999999999999</c:v>
                </c:pt>
                <c:pt idx="473">
                  <c:v>0.13850000000000001</c:v>
                </c:pt>
                <c:pt idx="474">
                  <c:v>0.33950000000000002</c:v>
                </c:pt>
                <c:pt idx="475">
                  <c:v>0.3115</c:v>
                </c:pt>
                <c:pt idx="476">
                  <c:v>0.29160000000000003</c:v>
                </c:pt>
                <c:pt idx="477">
                  <c:v>7.1599999999999997E-2</c:v>
                </c:pt>
                <c:pt idx="478">
                  <c:v>0.1119</c:v>
                </c:pt>
                <c:pt idx="479">
                  <c:v>0.3337</c:v>
                </c:pt>
                <c:pt idx="480">
                  <c:v>0.21249999999999999</c:v>
                </c:pt>
                <c:pt idx="481">
                  <c:v>0.14369999999999999</c:v>
                </c:pt>
                <c:pt idx="482">
                  <c:v>0.25840000000000002</c:v>
                </c:pt>
                <c:pt idx="483">
                  <c:v>0.32</c:v>
                </c:pt>
                <c:pt idx="484">
                  <c:v>0.29570000000000002</c:v>
                </c:pt>
                <c:pt idx="485">
                  <c:v>0.26300000000000001</c:v>
                </c:pt>
                <c:pt idx="486">
                  <c:v>0.13239999999999999</c:v>
                </c:pt>
                <c:pt idx="487">
                  <c:v>0.35210000000000002</c:v>
                </c:pt>
                <c:pt idx="488">
                  <c:v>0.1744</c:v>
                </c:pt>
                <c:pt idx="489">
                  <c:v>0.29749999999999999</c:v>
                </c:pt>
                <c:pt idx="490">
                  <c:v>5.0999999999999997E-2</c:v>
                </c:pt>
                <c:pt idx="491">
                  <c:v>0.21510000000000001</c:v>
                </c:pt>
                <c:pt idx="492">
                  <c:v>2.6499999999999999E-2</c:v>
                </c:pt>
                <c:pt idx="493">
                  <c:v>6.1000000000000004E-3</c:v>
                </c:pt>
                <c:pt idx="494">
                  <c:v>5.1000000000000004E-3</c:v>
                </c:pt>
                <c:pt idx="495">
                  <c:v>0.31359999999999999</c:v>
                </c:pt>
                <c:pt idx="496">
                  <c:v>0.21859999999999999</c:v>
                </c:pt>
                <c:pt idx="497">
                  <c:v>0.2727</c:v>
                </c:pt>
                <c:pt idx="498">
                  <c:v>0.33739999999999998</c:v>
                </c:pt>
                <c:pt idx="499">
                  <c:v>0.35580000000000001</c:v>
                </c:pt>
                <c:pt idx="500">
                  <c:v>0.23980000000000001</c:v>
                </c:pt>
                <c:pt idx="501">
                  <c:v>0.33090000000000003</c:v>
                </c:pt>
                <c:pt idx="502">
                  <c:v>0.26340000000000002</c:v>
                </c:pt>
                <c:pt idx="503">
                  <c:v>0.14319999999999999</c:v>
                </c:pt>
                <c:pt idx="504">
                  <c:v>0.27529999999999999</c:v>
                </c:pt>
                <c:pt idx="505">
                  <c:v>0.2853</c:v>
                </c:pt>
                <c:pt idx="506">
                  <c:v>3.85E-2</c:v>
                </c:pt>
                <c:pt idx="507">
                  <c:v>9.4000000000000004E-3</c:v>
                </c:pt>
                <c:pt idx="508">
                  <c:v>0.3306</c:v>
                </c:pt>
                <c:pt idx="509">
                  <c:v>0.34760000000000002</c:v>
                </c:pt>
                <c:pt idx="510">
                  <c:v>0.16980000000000001</c:v>
                </c:pt>
                <c:pt idx="511">
                  <c:v>0.37540000000000001</c:v>
                </c:pt>
                <c:pt idx="512">
                  <c:v>0.3372</c:v>
                </c:pt>
                <c:pt idx="513">
                  <c:v>0.35970000000000002</c:v>
                </c:pt>
                <c:pt idx="514">
                  <c:v>0.34499999999999997</c:v>
                </c:pt>
                <c:pt idx="515">
                  <c:v>5.3100000000000001E-2</c:v>
                </c:pt>
                <c:pt idx="516">
                  <c:v>1.17E-2</c:v>
                </c:pt>
                <c:pt idx="517">
                  <c:v>0.17430000000000001</c:v>
                </c:pt>
                <c:pt idx="518">
                  <c:v>0.19420000000000001</c:v>
                </c:pt>
                <c:pt idx="519">
                  <c:v>0.38100000000000001</c:v>
                </c:pt>
                <c:pt idx="520">
                  <c:v>0.36149999999999999</c:v>
                </c:pt>
                <c:pt idx="521">
                  <c:v>0.1008</c:v>
                </c:pt>
                <c:pt idx="522">
                  <c:v>0.22209999999999999</c:v>
                </c:pt>
                <c:pt idx="523">
                  <c:v>6.2E-2</c:v>
                </c:pt>
                <c:pt idx="524">
                  <c:v>0.3891</c:v>
                </c:pt>
                <c:pt idx="525">
                  <c:v>0.3417</c:v>
                </c:pt>
                <c:pt idx="526">
                  <c:v>0.2122</c:v>
                </c:pt>
                <c:pt idx="527">
                  <c:v>0.39</c:v>
                </c:pt>
                <c:pt idx="528">
                  <c:v>0.15920000000000001</c:v>
                </c:pt>
                <c:pt idx="529">
                  <c:v>0.2162</c:v>
                </c:pt>
                <c:pt idx="530">
                  <c:v>0.15939999999999999</c:v>
                </c:pt>
                <c:pt idx="531">
                  <c:v>2.0799999999999999E-2</c:v>
                </c:pt>
                <c:pt idx="532">
                  <c:v>0.37869999999999998</c:v>
                </c:pt>
                <c:pt idx="533">
                  <c:v>0.34360000000000002</c:v>
                </c:pt>
                <c:pt idx="534">
                  <c:v>0.1782</c:v>
                </c:pt>
                <c:pt idx="535">
                  <c:v>0.39979999999999999</c:v>
                </c:pt>
                <c:pt idx="536">
                  <c:v>0.1167</c:v>
                </c:pt>
                <c:pt idx="537">
                  <c:v>9.0399999999999994E-2</c:v>
                </c:pt>
                <c:pt idx="538">
                  <c:v>0.23369999999999999</c:v>
                </c:pt>
                <c:pt idx="539">
                  <c:v>7.7000000000000002E-3</c:v>
                </c:pt>
                <c:pt idx="540">
                  <c:v>0.12379999999999999</c:v>
                </c:pt>
                <c:pt idx="541">
                  <c:v>0.39910000000000001</c:v>
                </c:pt>
                <c:pt idx="542">
                  <c:v>3.1199999999999999E-2</c:v>
                </c:pt>
                <c:pt idx="543">
                  <c:v>0.2397</c:v>
                </c:pt>
                <c:pt idx="544">
                  <c:v>2.5700000000000001E-2</c:v>
                </c:pt>
                <c:pt idx="545">
                  <c:v>0.20599999999999999</c:v>
                </c:pt>
                <c:pt idx="546">
                  <c:v>0.13919999999999999</c:v>
                </c:pt>
                <c:pt idx="547">
                  <c:v>0.17549999999999999</c:v>
                </c:pt>
                <c:pt idx="548">
                  <c:v>4.5400000000000003E-2</c:v>
                </c:pt>
                <c:pt idx="549">
                  <c:v>0.35339999999999999</c:v>
                </c:pt>
                <c:pt idx="550">
                  <c:v>7.3899999999999993E-2</c:v>
                </c:pt>
                <c:pt idx="551">
                  <c:v>5.2299999999999999E-2</c:v>
                </c:pt>
                <c:pt idx="552">
                  <c:v>0.25740000000000002</c:v>
                </c:pt>
                <c:pt idx="553">
                  <c:v>7.6399999999999996E-2</c:v>
                </c:pt>
                <c:pt idx="554">
                  <c:v>0.20369999999999999</c:v>
                </c:pt>
                <c:pt idx="555">
                  <c:v>0.38829999999999998</c:v>
                </c:pt>
                <c:pt idx="556">
                  <c:v>2.75E-2</c:v>
                </c:pt>
                <c:pt idx="557">
                  <c:v>0.32140000000000002</c:v>
                </c:pt>
                <c:pt idx="558">
                  <c:v>0.20760000000000001</c:v>
                </c:pt>
                <c:pt idx="559">
                  <c:v>0.25059999999999999</c:v>
                </c:pt>
                <c:pt idx="560">
                  <c:v>0.28899999999999998</c:v>
                </c:pt>
                <c:pt idx="561">
                  <c:v>0.28470000000000001</c:v>
                </c:pt>
                <c:pt idx="562">
                  <c:v>0.33260000000000001</c:v>
                </c:pt>
                <c:pt idx="563">
                  <c:v>0.20349999999999999</c:v>
                </c:pt>
                <c:pt idx="564">
                  <c:v>0.39350000000000002</c:v>
                </c:pt>
                <c:pt idx="565">
                  <c:v>1.4E-2</c:v>
                </c:pt>
                <c:pt idx="566">
                  <c:v>0.35980000000000001</c:v>
                </c:pt>
                <c:pt idx="567">
                  <c:v>0.11609999999999999</c:v>
                </c:pt>
                <c:pt idx="568">
                  <c:v>0.1633</c:v>
                </c:pt>
                <c:pt idx="569">
                  <c:v>0.25679999999999997</c:v>
                </c:pt>
                <c:pt idx="570">
                  <c:v>0.24729999999999999</c:v>
                </c:pt>
                <c:pt idx="571">
                  <c:v>0.2092</c:v>
                </c:pt>
                <c:pt idx="572">
                  <c:v>7.5200000000000003E-2</c:v>
                </c:pt>
                <c:pt idx="573">
                  <c:v>0.2999</c:v>
                </c:pt>
                <c:pt idx="574">
                  <c:v>0.2485</c:v>
                </c:pt>
                <c:pt idx="575">
                  <c:v>4.5499999999999999E-2</c:v>
                </c:pt>
                <c:pt idx="576">
                  <c:v>0.122</c:v>
                </c:pt>
                <c:pt idx="577">
                  <c:v>1.7899999999999999E-2</c:v>
                </c:pt>
                <c:pt idx="578">
                  <c:v>0.3866</c:v>
                </c:pt>
                <c:pt idx="579">
                  <c:v>0.10589999999999999</c:v>
                </c:pt>
                <c:pt idx="580">
                  <c:v>0.19900000000000001</c:v>
                </c:pt>
                <c:pt idx="581">
                  <c:v>0.1331</c:v>
                </c:pt>
                <c:pt idx="582">
                  <c:v>0.25430000000000003</c:v>
                </c:pt>
                <c:pt idx="583">
                  <c:v>4.0500000000000001E-2</c:v>
                </c:pt>
                <c:pt idx="584">
                  <c:v>0.1031</c:v>
                </c:pt>
                <c:pt idx="585">
                  <c:v>0.1646</c:v>
                </c:pt>
                <c:pt idx="586">
                  <c:v>0.26719999999999999</c:v>
                </c:pt>
                <c:pt idx="587">
                  <c:v>0.39750000000000002</c:v>
                </c:pt>
                <c:pt idx="588">
                  <c:v>0.1988</c:v>
                </c:pt>
                <c:pt idx="589">
                  <c:v>0.3473</c:v>
                </c:pt>
                <c:pt idx="590">
                  <c:v>0.29949999999999999</c:v>
                </c:pt>
                <c:pt idx="591">
                  <c:v>9.9500000000000005E-2</c:v>
                </c:pt>
                <c:pt idx="592">
                  <c:v>1.2500000000000001E-2</c:v>
                </c:pt>
                <c:pt idx="593">
                  <c:v>3.1399999999999997E-2</c:v>
                </c:pt>
                <c:pt idx="594">
                  <c:v>0.33629999999999999</c:v>
                </c:pt>
                <c:pt idx="595">
                  <c:v>1.77E-2</c:v>
                </c:pt>
                <c:pt idx="596">
                  <c:v>0.3291</c:v>
                </c:pt>
                <c:pt idx="597">
                  <c:v>0.1686</c:v>
                </c:pt>
                <c:pt idx="598">
                  <c:v>0.2064</c:v>
                </c:pt>
                <c:pt idx="599">
                  <c:v>0.31519999999999998</c:v>
                </c:pt>
                <c:pt idx="600">
                  <c:v>0.36320000000000002</c:v>
                </c:pt>
                <c:pt idx="601">
                  <c:v>0.2913</c:v>
                </c:pt>
                <c:pt idx="602">
                  <c:v>0.39900000000000002</c:v>
                </c:pt>
                <c:pt idx="603">
                  <c:v>3.0099999999999998E-2</c:v>
                </c:pt>
                <c:pt idx="604">
                  <c:v>1.1900000000000001E-2</c:v>
                </c:pt>
                <c:pt idx="605">
                  <c:v>4.2200000000000001E-2</c:v>
                </c:pt>
                <c:pt idx="606">
                  <c:v>0.218</c:v>
                </c:pt>
                <c:pt idx="607">
                  <c:v>9.2700000000000005E-2</c:v>
                </c:pt>
                <c:pt idx="608">
                  <c:v>0.1857</c:v>
                </c:pt>
                <c:pt idx="609">
                  <c:v>0.20030000000000001</c:v>
                </c:pt>
                <c:pt idx="610">
                  <c:v>0.27500000000000002</c:v>
                </c:pt>
                <c:pt idx="611">
                  <c:v>4.2799999999999998E-2</c:v>
                </c:pt>
                <c:pt idx="612">
                  <c:v>0.1046</c:v>
                </c:pt>
                <c:pt idx="613">
                  <c:v>0.38979999999999998</c:v>
                </c:pt>
                <c:pt idx="614">
                  <c:v>4.1799999999999997E-2</c:v>
                </c:pt>
                <c:pt idx="615">
                  <c:v>8.09E-2</c:v>
                </c:pt>
                <c:pt idx="616">
                  <c:v>0.30430000000000001</c:v>
                </c:pt>
                <c:pt idx="617">
                  <c:v>6.2600000000000003E-2</c:v>
                </c:pt>
                <c:pt idx="618">
                  <c:v>0.23089999999999999</c:v>
                </c:pt>
                <c:pt idx="619">
                  <c:v>0.1134</c:v>
                </c:pt>
                <c:pt idx="620">
                  <c:v>0.13</c:v>
                </c:pt>
                <c:pt idx="621">
                  <c:v>7.6799999999999993E-2</c:v>
                </c:pt>
                <c:pt idx="622">
                  <c:v>0.2596</c:v>
                </c:pt>
                <c:pt idx="623">
                  <c:v>0.121</c:v>
                </c:pt>
                <c:pt idx="624">
                  <c:v>0.23549999999999999</c:v>
                </c:pt>
                <c:pt idx="625">
                  <c:v>0.21929999999999999</c:v>
                </c:pt>
                <c:pt idx="626">
                  <c:v>0.2828</c:v>
                </c:pt>
                <c:pt idx="627">
                  <c:v>1.7999999999999999E-2</c:v>
                </c:pt>
                <c:pt idx="628">
                  <c:v>0.37590000000000001</c:v>
                </c:pt>
                <c:pt idx="629">
                  <c:v>0.15690000000000001</c:v>
                </c:pt>
                <c:pt idx="630">
                  <c:v>6.8099999999999994E-2</c:v>
                </c:pt>
                <c:pt idx="631">
                  <c:v>0.30180000000000001</c:v>
                </c:pt>
                <c:pt idx="632">
                  <c:v>5.1700000000000003E-2</c:v>
                </c:pt>
                <c:pt idx="633">
                  <c:v>0.12870000000000001</c:v>
                </c:pt>
                <c:pt idx="634">
                  <c:v>6.7199999999999996E-2</c:v>
                </c:pt>
                <c:pt idx="635">
                  <c:v>0.27310000000000001</c:v>
                </c:pt>
                <c:pt idx="636">
                  <c:v>0.21099999999999999</c:v>
                </c:pt>
                <c:pt idx="637">
                  <c:v>0.27139999999999997</c:v>
                </c:pt>
                <c:pt idx="638">
                  <c:v>0.27639999999999998</c:v>
                </c:pt>
                <c:pt idx="639">
                  <c:v>0.18210000000000001</c:v>
                </c:pt>
                <c:pt idx="640">
                  <c:v>0.32719999999999999</c:v>
                </c:pt>
                <c:pt idx="641">
                  <c:v>0.35239999999999999</c:v>
                </c:pt>
                <c:pt idx="642">
                  <c:v>0.25679999999999997</c:v>
                </c:pt>
                <c:pt idx="643">
                  <c:v>0.25750000000000001</c:v>
                </c:pt>
                <c:pt idx="644">
                  <c:v>9.8900000000000002E-2</c:v>
                </c:pt>
                <c:pt idx="645">
                  <c:v>0.3649</c:v>
                </c:pt>
                <c:pt idx="646">
                  <c:v>0.36349999999999999</c:v>
                </c:pt>
                <c:pt idx="647">
                  <c:v>0.2964</c:v>
                </c:pt>
                <c:pt idx="648">
                  <c:v>0.2954</c:v>
                </c:pt>
                <c:pt idx="649">
                  <c:v>0.2616</c:v>
                </c:pt>
                <c:pt idx="650">
                  <c:v>0.25109999999999999</c:v>
                </c:pt>
                <c:pt idx="651">
                  <c:v>0.2591</c:v>
                </c:pt>
                <c:pt idx="652">
                  <c:v>0.115</c:v>
                </c:pt>
                <c:pt idx="653">
                  <c:v>0.39119999999999999</c:v>
                </c:pt>
                <c:pt idx="654">
                  <c:v>0.25109999999999999</c:v>
                </c:pt>
                <c:pt idx="655">
                  <c:v>0.3533</c:v>
                </c:pt>
                <c:pt idx="656">
                  <c:v>0.18479999999999999</c:v>
                </c:pt>
                <c:pt idx="657">
                  <c:v>0.38240000000000002</c:v>
                </c:pt>
                <c:pt idx="658">
                  <c:v>2.5000000000000001E-2</c:v>
                </c:pt>
                <c:pt idx="659">
                  <c:v>0.1268</c:v>
                </c:pt>
                <c:pt idx="660">
                  <c:v>0.32450000000000001</c:v>
                </c:pt>
                <c:pt idx="661">
                  <c:v>0.19650000000000001</c:v>
                </c:pt>
                <c:pt idx="662">
                  <c:v>0.13589999999999999</c:v>
                </c:pt>
                <c:pt idx="663">
                  <c:v>0.21479999999999999</c:v>
                </c:pt>
                <c:pt idx="664">
                  <c:v>0.22439999999999999</c:v>
                </c:pt>
                <c:pt idx="665">
                  <c:v>1.7899999999999999E-2</c:v>
                </c:pt>
                <c:pt idx="666">
                  <c:v>0.13900000000000001</c:v>
                </c:pt>
                <c:pt idx="667">
                  <c:v>1.2E-2</c:v>
                </c:pt>
                <c:pt idx="668">
                  <c:v>0.37180000000000002</c:v>
                </c:pt>
                <c:pt idx="669">
                  <c:v>0.36580000000000001</c:v>
                </c:pt>
                <c:pt idx="670">
                  <c:v>0.2132</c:v>
                </c:pt>
                <c:pt idx="671">
                  <c:v>4.2099999999999999E-2</c:v>
                </c:pt>
                <c:pt idx="672">
                  <c:v>0.3599</c:v>
                </c:pt>
                <c:pt idx="673">
                  <c:v>0.20849999999999999</c:v>
                </c:pt>
                <c:pt idx="674">
                  <c:v>0.36609999999999998</c:v>
                </c:pt>
                <c:pt idx="675">
                  <c:v>0.23180000000000001</c:v>
                </c:pt>
                <c:pt idx="676">
                  <c:v>5.6099999999999997E-2</c:v>
                </c:pt>
                <c:pt idx="677">
                  <c:v>0.21340000000000001</c:v>
                </c:pt>
                <c:pt idx="678">
                  <c:v>8.5500000000000007E-2</c:v>
                </c:pt>
                <c:pt idx="679">
                  <c:v>0.1328</c:v>
                </c:pt>
                <c:pt idx="680">
                  <c:v>0.2722</c:v>
                </c:pt>
                <c:pt idx="681">
                  <c:v>2.3E-2</c:v>
                </c:pt>
                <c:pt idx="682">
                  <c:v>0.1043</c:v>
                </c:pt>
                <c:pt idx="683">
                  <c:v>0.28920000000000001</c:v>
                </c:pt>
                <c:pt idx="684">
                  <c:v>0.2419</c:v>
                </c:pt>
                <c:pt idx="685">
                  <c:v>0.28699999999999998</c:v>
                </c:pt>
                <c:pt idx="686">
                  <c:v>0.32769999999999999</c:v>
                </c:pt>
                <c:pt idx="687">
                  <c:v>0.13639999999999999</c:v>
                </c:pt>
                <c:pt idx="688">
                  <c:v>3.7699999999999997E-2</c:v>
                </c:pt>
                <c:pt idx="689">
                  <c:v>1.41E-2</c:v>
                </c:pt>
                <c:pt idx="690">
                  <c:v>0.29399999999999998</c:v>
                </c:pt>
                <c:pt idx="691">
                  <c:v>0.22989999999999999</c:v>
                </c:pt>
                <c:pt idx="692">
                  <c:v>0.1603</c:v>
                </c:pt>
                <c:pt idx="693">
                  <c:v>0.3201</c:v>
                </c:pt>
                <c:pt idx="694">
                  <c:v>0.3604</c:v>
                </c:pt>
                <c:pt idx="695">
                  <c:v>9.4399999999999998E-2</c:v>
                </c:pt>
                <c:pt idx="696">
                  <c:v>2.75E-2</c:v>
                </c:pt>
                <c:pt idx="697">
                  <c:v>0.1115</c:v>
                </c:pt>
                <c:pt idx="698">
                  <c:v>0.32629999999999998</c:v>
                </c:pt>
                <c:pt idx="699">
                  <c:v>3.4099999999999998E-2</c:v>
                </c:pt>
                <c:pt idx="700">
                  <c:v>0.25490000000000002</c:v>
                </c:pt>
                <c:pt idx="701">
                  <c:v>0.19120000000000001</c:v>
                </c:pt>
                <c:pt idx="702">
                  <c:v>0.29749999999999999</c:v>
                </c:pt>
                <c:pt idx="703">
                  <c:v>0.31780000000000003</c:v>
                </c:pt>
                <c:pt idx="704">
                  <c:v>0.3896</c:v>
                </c:pt>
                <c:pt idx="705">
                  <c:v>0.27639999999999998</c:v>
                </c:pt>
                <c:pt idx="706">
                  <c:v>0.23699999999999999</c:v>
                </c:pt>
                <c:pt idx="707">
                  <c:v>5.8900000000000001E-2</c:v>
                </c:pt>
                <c:pt idx="708">
                  <c:v>0.32319999999999999</c:v>
                </c:pt>
                <c:pt idx="709">
                  <c:v>0.32029999999999997</c:v>
                </c:pt>
                <c:pt idx="710">
                  <c:v>0.29980000000000001</c:v>
                </c:pt>
                <c:pt idx="711">
                  <c:v>8.9499999999999996E-2</c:v>
                </c:pt>
                <c:pt idx="712">
                  <c:v>0.25040000000000001</c:v>
                </c:pt>
                <c:pt idx="713">
                  <c:v>0.17469999999999999</c:v>
                </c:pt>
                <c:pt idx="714">
                  <c:v>0.218</c:v>
                </c:pt>
                <c:pt idx="715">
                  <c:v>0.313</c:v>
                </c:pt>
                <c:pt idx="716">
                  <c:v>0.3861</c:v>
                </c:pt>
                <c:pt idx="717">
                  <c:v>0.35310000000000002</c:v>
                </c:pt>
                <c:pt idx="718">
                  <c:v>0.22109999999999999</c:v>
                </c:pt>
                <c:pt idx="719">
                  <c:v>0.12479999999999999</c:v>
                </c:pt>
                <c:pt idx="720">
                  <c:v>1.41E-2</c:v>
                </c:pt>
                <c:pt idx="721">
                  <c:v>0.39679999999999999</c:v>
                </c:pt>
                <c:pt idx="722">
                  <c:v>0.35099999999999998</c:v>
                </c:pt>
                <c:pt idx="723">
                  <c:v>0.37630000000000002</c:v>
                </c:pt>
                <c:pt idx="724">
                  <c:v>2.6599999999999999E-2</c:v>
                </c:pt>
                <c:pt idx="725">
                  <c:v>0.1103</c:v>
                </c:pt>
                <c:pt idx="726">
                  <c:v>7.4899999999999994E-2</c:v>
                </c:pt>
                <c:pt idx="727">
                  <c:v>0.11409999999999999</c:v>
                </c:pt>
                <c:pt idx="728">
                  <c:v>0.38679999999999998</c:v>
                </c:pt>
                <c:pt idx="729">
                  <c:v>0.3846</c:v>
                </c:pt>
                <c:pt idx="730">
                  <c:v>0.25180000000000002</c:v>
                </c:pt>
                <c:pt idx="731">
                  <c:v>0.31469999999999998</c:v>
                </c:pt>
                <c:pt idx="732">
                  <c:v>0.30740000000000001</c:v>
                </c:pt>
                <c:pt idx="733">
                  <c:v>0.2477</c:v>
                </c:pt>
                <c:pt idx="734">
                  <c:v>0.3931</c:v>
                </c:pt>
                <c:pt idx="735">
                  <c:v>4.36E-2</c:v>
                </c:pt>
                <c:pt idx="736">
                  <c:v>0.1515</c:v>
                </c:pt>
                <c:pt idx="737">
                  <c:v>3.1099999999999999E-2</c:v>
                </c:pt>
                <c:pt idx="738">
                  <c:v>0.34250000000000003</c:v>
                </c:pt>
                <c:pt idx="739">
                  <c:v>0.27679999999999999</c:v>
                </c:pt>
                <c:pt idx="740">
                  <c:v>9.06E-2</c:v>
                </c:pt>
                <c:pt idx="741">
                  <c:v>0.2082</c:v>
                </c:pt>
                <c:pt idx="742">
                  <c:v>0.3876</c:v>
                </c:pt>
                <c:pt idx="743">
                  <c:v>3.3700000000000001E-2</c:v>
                </c:pt>
                <c:pt idx="744">
                  <c:v>0.2495</c:v>
                </c:pt>
                <c:pt idx="745">
                  <c:v>0.1396</c:v>
                </c:pt>
                <c:pt idx="746">
                  <c:v>5.6599999999999998E-2</c:v>
                </c:pt>
                <c:pt idx="747">
                  <c:v>0.23669999999999999</c:v>
                </c:pt>
                <c:pt idx="748">
                  <c:v>0.31609999999999999</c:v>
                </c:pt>
                <c:pt idx="749">
                  <c:v>0.1958</c:v>
                </c:pt>
                <c:pt idx="750">
                  <c:v>0.29559999999999997</c:v>
                </c:pt>
                <c:pt idx="751">
                  <c:v>2.5000000000000001E-2</c:v>
                </c:pt>
                <c:pt idx="752">
                  <c:v>6.7400000000000002E-2</c:v>
                </c:pt>
                <c:pt idx="753">
                  <c:v>0.21940000000000001</c:v>
                </c:pt>
                <c:pt idx="754">
                  <c:v>0.3548</c:v>
                </c:pt>
                <c:pt idx="755">
                  <c:v>2.53E-2</c:v>
                </c:pt>
                <c:pt idx="756">
                  <c:v>0.15820000000000001</c:v>
                </c:pt>
                <c:pt idx="757">
                  <c:v>3.15E-2</c:v>
                </c:pt>
                <c:pt idx="758">
                  <c:v>7.8899999999999998E-2</c:v>
                </c:pt>
                <c:pt idx="759">
                  <c:v>0.30890000000000001</c:v>
                </c:pt>
                <c:pt idx="760">
                  <c:v>7.3300000000000004E-2</c:v>
                </c:pt>
                <c:pt idx="761">
                  <c:v>9.9000000000000008E-3</c:v>
                </c:pt>
                <c:pt idx="762">
                  <c:v>0.37180000000000002</c:v>
                </c:pt>
                <c:pt idx="763">
                  <c:v>0.15770000000000001</c:v>
                </c:pt>
                <c:pt idx="764">
                  <c:v>4.19E-2</c:v>
                </c:pt>
                <c:pt idx="765">
                  <c:v>0.2389</c:v>
                </c:pt>
                <c:pt idx="766">
                  <c:v>0.2571</c:v>
                </c:pt>
                <c:pt idx="767">
                  <c:v>0.31640000000000001</c:v>
                </c:pt>
                <c:pt idx="768">
                  <c:v>0.37930000000000003</c:v>
                </c:pt>
                <c:pt idx="769">
                  <c:v>3.0499999999999999E-2</c:v>
                </c:pt>
                <c:pt idx="770">
                  <c:v>7.9600000000000004E-2</c:v>
                </c:pt>
                <c:pt idx="771">
                  <c:v>4.2999999999999997E-2</c:v>
                </c:pt>
                <c:pt idx="772">
                  <c:v>1.4500000000000001E-2</c:v>
                </c:pt>
                <c:pt idx="773">
                  <c:v>8.3000000000000004E-2</c:v>
                </c:pt>
                <c:pt idx="774">
                  <c:v>0.12529999999999999</c:v>
                </c:pt>
                <c:pt idx="775">
                  <c:v>0.39960000000000001</c:v>
                </c:pt>
                <c:pt idx="776">
                  <c:v>0.15759999999999999</c:v>
                </c:pt>
                <c:pt idx="777">
                  <c:v>0.30170000000000002</c:v>
                </c:pt>
                <c:pt idx="778">
                  <c:v>0.25</c:v>
                </c:pt>
                <c:pt idx="779">
                  <c:v>0.1128</c:v>
                </c:pt>
                <c:pt idx="780">
                  <c:v>0.2949</c:v>
                </c:pt>
                <c:pt idx="781">
                  <c:v>6.0499999999999998E-2</c:v>
                </c:pt>
                <c:pt idx="782">
                  <c:v>0.25269999999999998</c:v>
                </c:pt>
                <c:pt idx="783">
                  <c:v>4.7600000000000003E-2</c:v>
                </c:pt>
                <c:pt idx="784">
                  <c:v>0.1822</c:v>
                </c:pt>
                <c:pt idx="785">
                  <c:v>0.39700000000000002</c:v>
                </c:pt>
                <c:pt idx="786">
                  <c:v>0.33989999999999998</c:v>
                </c:pt>
                <c:pt idx="787">
                  <c:v>0.12609999999999999</c:v>
                </c:pt>
                <c:pt idx="788">
                  <c:v>2.2599999999999999E-2</c:v>
                </c:pt>
                <c:pt idx="789">
                  <c:v>0.31900000000000001</c:v>
                </c:pt>
                <c:pt idx="790">
                  <c:v>7.4999999999999997E-2</c:v>
                </c:pt>
                <c:pt idx="791">
                  <c:v>9.1300000000000006E-2</c:v>
                </c:pt>
                <c:pt idx="792">
                  <c:v>0.17580000000000001</c:v>
                </c:pt>
                <c:pt idx="793">
                  <c:v>7.5700000000000003E-2</c:v>
                </c:pt>
                <c:pt idx="794">
                  <c:v>0.2</c:v>
                </c:pt>
                <c:pt idx="795">
                  <c:v>0.108</c:v>
                </c:pt>
                <c:pt idx="796">
                  <c:v>0.28970000000000001</c:v>
                </c:pt>
                <c:pt idx="797">
                  <c:v>0.2581</c:v>
                </c:pt>
                <c:pt idx="798">
                  <c:v>5.1200000000000002E-2</c:v>
                </c:pt>
                <c:pt idx="799">
                  <c:v>0.15579999999999999</c:v>
                </c:pt>
                <c:pt idx="800">
                  <c:v>0.16120000000000001</c:v>
                </c:pt>
                <c:pt idx="801">
                  <c:v>0.12180000000000001</c:v>
                </c:pt>
                <c:pt idx="802">
                  <c:v>0.14319999999999999</c:v>
                </c:pt>
                <c:pt idx="803">
                  <c:v>0.23580000000000001</c:v>
                </c:pt>
                <c:pt idx="804">
                  <c:v>0.24410000000000001</c:v>
                </c:pt>
                <c:pt idx="805">
                  <c:v>0.26840000000000003</c:v>
                </c:pt>
                <c:pt idx="806">
                  <c:v>0.39050000000000001</c:v>
                </c:pt>
                <c:pt idx="807">
                  <c:v>0.34370000000000001</c:v>
                </c:pt>
                <c:pt idx="808">
                  <c:v>0.34610000000000002</c:v>
                </c:pt>
                <c:pt idx="809">
                  <c:v>0.1875</c:v>
                </c:pt>
                <c:pt idx="810">
                  <c:v>0.1108</c:v>
                </c:pt>
                <c:pt idx="811">
                  <c:v>0.17030000000000001</c:v>
                </c:pt>
                <c:pt idx="812">
                  <c:v>0.39360000000000001</c:v>
                </c:pt>
                <c:pt idx="813">
                  <c:v>0.1502</c:v>
                </c:pt>
                <c:pt idx="814">
                  <c:v>0.35249999999999998</c:v>
                </c:pt>
                <c:pt idx="815">
                  <c:v>0.15290000000000001</c:v>
                </c:pt>
                <c:pt idx="816">
                  <c:v>2.52E-2</c:v>
                </c:pt>
                <c:pt idx="817">
                  <c:v>4.2999999999999997E-2</c:v>
                </c:pt>
                <c:pt idx="818">
                  <c:v>0.24110000000000001</c:v>
                </c:pt>
                <c:pt idx="819">
                  <c:v>0.25130000000000002</c:v>
                </c:pt>
                <c:pt idx="820">
                  <c:v>0.34260000000000002</c:v>
                </c:pt>
                <c:pt idx="821">
                  <c:v>0.31809999999999999</c:v>
                </c:pt>
                <c:pt idx="822">
                  <c:v>0.30180000000000001</c:v>
                </c:pt>
                <c:pt idx="823">
                  <c:v>0.27950000000000003</c:v>
                </c:pt>
                <c:pt idx="824">
                  <c:v>0.1179</c:v>
                </c:pt>
                <c:pt idx="825">
                  <c:v>4.6399999999999997E-2</c:v>
                </c:pt>
                <c:pt idx="826">
                  <c:v>0.1736</c:v>
                </c:pt>
                <c:pt idx="827">
                  <c:v>0.29349999999999998</c:v>
                </c:pt>
                <c:pt idx="828">
                  <c:v>0.27079999999999999</c:v>
                </c:pt>
                <c:pt idx="829">
                  <c:v>0.39429999999999998</c:v>
                </c:pt>
                <c:pt idx="830">
                  <c:v>0.32019999999999998</c:v>
                </c:pt>
                <c:pt idx="831">
                  <c:v>0.1847</c:v>
                </c:pt>
                <c:pt idx="832">
                  <c:v>0.10290000000000001</c:v>
                </c:pt>
                <c:pt idx="833">
                  <c:v>2.6499999999999999E-2</c:v>
                </c:pt>
                <c:pt idx="834">
                  <c:v>2.41E-2</c:v>
                </c:pt>
                <c:pt idx="835">
                  <c:v>7.2599999999999998E-2</c:v>
                </c:pt>
                <c:pt idx="836">
                  <c:v>0.2011</c:v>
                </c:pt>
                <c:pt idx="837">
                  <c:v>0.27550000000000002</c:v>
                </c:pt>
                <c:pt idx="838">
                  <c:v>0.11169999999999999</c:v>
                </c:pt>
                <c:pt idx="839">
                  <c:v>0.2263</c:v>
                </c:pt>
                <c:pt idx="840">
                  <c:v>1.7000000000000001E-2</c:v>
                </c:pt>
                <c:pt idx="841">
                  <c:v>3.1300000000000001E-2</c:v>
                </c:pt>
                <c:pt idx="842">
                  <c:v>3.4500000000000003E-2</c:v>
                </c:pt>
                <c:pt idx="843">
                  <c:v>0.29770000000000002</c:v>
                </c:pt>
                <c:pt idx="844">
                  <c:v>0.37690000000000001</c:v>
                </c:pt>
                <c:pt idx="845">
                  <c:v>4.7600000000000003E-2</c:v>
                </c:pt>
                <c:pt idx="846">
                  <c:v>0.3533</c:v>
                </c:pt>
                <c:pt idx="847">
                  <c:v>0.39340000000000003</c:v>
                </c:pt>
                <c:pt idx="848">
                  <c:v>0.21390000000000001</c:v>
                </c:pt>
                <c:pt idx="849">
                  <c:v>0.13109999999999999</c:v>
                </c:pt>
                <c:pt idx="850">
                  <c:v>3.9899999999999998E-2</c:v>
                </c:pt>
                <c:pt idx="851">
                  <c:v>0.21299999999999999</c:v>
                </c:pt>
                <c:pt idx="852">
                  <c:v>0.20430000000000001</c:v>
                </c:pt>
                <c:pt idx="853">
                  <c:v>6.8099999999999994E-2</c:v>
                </c:pt>
                <c:pt idx="854">
                  <c:v>0.38629999999999998</c:v>
                </c:pt>
                <c:pt idx="855">
                  <c:v>0.31780000000000003</c:v>
                </c:pt>
                <c:pt idx="856">
                  <c:v>0.15140000000000001</c:v>
                </c:pt>
                <c:pt idx="857">
                  <c:v>0.20569999999999999</c:v>
                </c:pt>
                <c:pt idx="858">
                  <c:v>3.5299999999999998E-2</c:v>
                </c:pt>
                <c:pt idx="859">
                  <c:v>0.35899999999999999</c:v>
                </c:pt>
                <c:pt idx="860">
                  <c:v>7.4700000000000003E-2</c:v>
                </c:pt>
                <c:pt idx="861">
                  <c:v>6.8400000000000002E-2</c:v>
                </c:pt>
                <c:pt idx="862">
                  <c:v>0.318</c:v>
                </c:pt>
                <c:pt idx="863">
                  <c:v>0.37669999999999998</c:v>
                </c:pt>
                <c:pt idx="864">
                  <c:v>0.34449999999999997</c:v>
                </c:pt>
                <c:pt idx="865">
                  <c:v>9.5899999999999999E-2</c:v>
                </c:pt>
                <c:pt idx="866">
                  <c:v>0.1409</c:v>
                </c:pt>
                <c:pt idx="867">
                  <c:v>0.3</c:v>
                </c:pt>
                <c:pt idx="868">
                  <c:v>0.35859999999999997</c:v>
                </c:pt>
                <c:pt idx="869">
                  <c:v>0.37019999999999997</c:v>
                </c:pt>
                <c:pt idx="870">
                  <c:v>9.0300000000000005E-2</c:v>
                </c:pt>
                <c:pt idx="871">
                  <c:v>0.33450000000000002</c:v>
                </c:pt>
                <c:pt idx="872">
                  <c:v>0.25440000000000002</c:v>
                </c:pt>
                <c:pt idx="873">
                  <c:v>0.20280000000000001</c:v>
                </c:pt>
                <c:pt idx="874">
                  <c:v>0.1246</c:v>
                </c:pt>
                <c:pt idx="875">
                  <c:v>0.36299999999999999</c:v>
                </c:pt>
                <c:pt idx="876">
                  <c:v>7.6100000000000001E-2</c:v>
                </c:pt>
                <c:pt idx="877">
                  <c:v>0.2117</c:v>
                </c:pt>
                <c:pt idx="878">
                  <c:v>0.17230000000000001</c:v>
                </c:pt>
                <c:pt idx="879">
                  <c:v>0.22559999999999999</c:v>
                </c:pt>
                <c:pt idx="880">
                  <c:v>0.3947</c:v>
                </c:pt>
                <c:pt idx="881">
                  <c:v>0.3962</c:v>
                </c:pt>
                <c:pt idx="882">
                  <c:v>0.2586</c:v>
                </c:pt>
                <c:pt idx="883">
                  <c:v>0.29770000000000002</c:v>
                </c:pt>
                <c:pt idx="884">
                  <c:v>0.1197</c:v>
                </c:pt>
                <c:pt idx="885">
                  <c:v>0.36080000000000001</c:v>
                </c:pt>
                <c:pt idx="886">
                  <c:v>0.29249999999999998</c:v>
                </c:pt>
                <c:pt idx="887">
                  <c:v>0.34260000000000002</c:v>
                </c:pt>
                <c:pt idx="888">
                  <c:v>2.41E-2</c:v>
                </c:pt>
                <c:pt idx="889">
                  <c:v>0.28739999999999999</c:v>
                </c:pt>
                <c:pt idx="890">
                  <c:v>8.1000000000000003E-2</c:v>
                </c:pt>
                <c:pt idx="891">
                  <c:v>0.28160000000000002</c:v>
                </c:pt>
                <c:pt idx="892">
                  <c:v>4.1000000000000002E-2</c:v>
                </c:pt>
                <c:pt idx="893">
                  <c:v>7.0000000000000007E-2</c:v>
                </c:pt>
                <c:pt idx="894">
                  <c:v>0.29339999999999999</c:v>
                </c:pt>
                <c:pt idx="895">
                  <c:v>0.19750000000000001</c:v>
                </c:pt>
                <c:pt idx="896">
                  <c:v>2.1100000000000001E-2</c:v>
                </c:pt>
                <c:pt idx="897">
                  <c:v>0.17369999999999999</c:v>
                </c:pt>
                <c:pt idx="898">
                  <c:v>0.23400000000000001</c:v>
                </c:pt>
                <c:pt idx="899">
                  <c:v>8.1900000000000001E-2</c:v>
                </c:pt>
                <c:pt idx="900">
                  <c:v>3.0200000000000001E-2</c:v>
                </c:pt>
                <c:pt idx="901">
                  <c:v>6.1100000000000002E-2</c:v>
                </c:pt>
                <c:pt idx="902">
                  <c:v>8.3000000000000004E-2</c:v>
                </c:pt>
                <c:pt idx="903">
                  <c:v>2.6700000000000002E-2</c:v>
                </c:pt>
                <c:pt idx="904">
                  <c:v>5.33E-2</c:v>
                </c:pt>
                <c:pt idx="905">
                  <c:v>0.3891</c:v>
                </c:pt>
                <c:pt idx="906">
                  <c:v>0.10050000000000001</c:v>
                </c:pt>
                <c:pt idx="907">
                  <c:v>8.7400000000000005E-2</c:v>
                </c:pt>
                <c:pt idx="908">
                  <c:v>7.8399999999999997E-2</c:v>
                </c:pt>
                <c:pt idx="909">
                  <c:v>0.32019999999999998</c:v>
                </c:pt>
                <c:pt idx="910">
                  <c:v>0.1386</c:v>
                </c:pt>
                <c:pt idx="911">
                  <c:v>5.0299999999999997E-2</c:v>
                </c:pt>
                <c:pt idx="912">
                  <c:v>0.21110000000000001</c:v>
                </c:pt>
                <c:pt idx="913">
                  <c:v>8.5400000000000004E-2</c:v>
                </c:pt>
                <c:pt idx="914">
                  <c:v>0.2626</c:v>
                </c:pt>
                <c:pt idx="915">
                  <c:v>0.2525</c:v>
                </c:pt>
                <c:pt idx="916">
                  <c:v>0.36549999999999999</c:v>
                </c:pt>
                <c:pt idx="917">
                  <c:v>0.35899999999999999</c:v>
                </c:pt>
                <c:pt idx="918">
                  <c:v>3.0800000000000001E-2</c:v>
                </c:pt>
                <c:pt idx="919">
                  <c:v>0.19070000000000001</c:v>
                </c:pt>
                <c:pt idx="920">
                  <c:v>0.2228</c:v>
                </c:pt>
                <c:pt idx="921">
                  <c:v>0.30049999999999999</c:v>
                </c:pt>
                <c:pt idx="922">
                  <c:v>0.1198</c:v>
                </c:pt>
                <c:pt idx="923">
                  <c:v>0.1789</c:v>
                </c:pt>
                <c:pt idx="924">
                  <c:v>8.4199999999999997E-2</c:v>
                </c:pt>
                <c:pt idx="925">
                  <c:v>0.38300000000000001</c:v>
                </c:pt>
                <c:pt idx="926">
                  <c:v>8.5599999999999996E-2</c:v>
                </c:pt>
                <c:pt idx="927">
                  <c:v>0.23080000000000001</c:v>
                </c:pt>
                <c:pt idx="928">
                  <c:v>0.36109999999999998</c:v>
                </c:pt>
                <c:pt idx="929">
                  <c:v>0.26669999999999999</c:v>
                </c:pt>
                <c:pt idx="930">
                  <c:v>0.26669999999999999</c:v>
                </c:pt>
                <c:pt idx="931">
                  <c:v>0.30170000000000002</c:v>
                </c:pt>
                <c:pt idx="932">
                  <c:v>0.2135</c:v>
                </c:pt>
                <c:pt idx="933">
                  <c:v>9.5500000000000002E-2</c:v>
                </c:pt>
                <c:pt idx="934">
                  <c:v>0.21970000000000001</c:v>
                </c:pt>
                <c:pt idx="935">
                  <c:v>0.13370000000000001</c:v>
                </c:pt>
                <c:pt idx="936">
                  <c:v>0.30230000000000001</c:v>
                </c:pt>
                <c:pt idx="937">
                  <c:v>0.27060000000000001</c:v>
                </c:pt>
                <c:pt idx="938">
                  <c:v>0.27439999999999998</c:v>
                </c:pt>
                <c:pt idx="939">
                  <c:v>0.31900000000000001</c:v>
                </c:pt>
                <c:pt idx="940">
                  <c:v>0.35399999999999998</c:v>
                </c:pt>
                <c:pt idx="941">
                  <c:v>0.28749999999999998</c:v>
                </c:pt>
                <c:pt idx="942">
                  <c:v>0.39379999999999998</c:v>
                </c:pt>
                <c:pt idx="943">
                  <c:v>0.25950000000000001</c:v>
                </c:pt>
                <c:pt idx="944">
                  <c:v>0.27389999999999998</c:v>
                </c:pt>
                <c:pt idx="945">
                  <c:v>0.2949</c:v>
                </c:pt>
                <c:pt idx="946">
                  <c:v>0.28670000000000001</c:v>
                </c:pt>
                <c:pt idx="947">
                  <c:v>0.26669999999999999</c:v>
                </c:pt>
                <c:pt idx="948">
                  <c:v>5.3699999999999998E-2</c:v>
                </c:pt>
                <c:pt idx="949">
                  <c:v>0.26850000000000002</c:v>
                </c:pt>
                <c:pt idx="950">
                  <c:v>0.16109999999999999</c:v>
                </c:pt>
                <c:pt idx="951">
                  <c:v>0.33110000000000001</c:v>
                </c:pt>
                <c:pt idx="952">
                  <c:v>0.31290000000000001</c:v>
                </c:pt>
                <c:pt idx="953">
                  <c:v>0.10879999999999999</c:v>
                </c:pt>
                <c:pt idx="954">
                  <c:v>0.37240000000000001</c:v>
                </c:pt>
                <c:pt idx="955">
                  <c:v>0.1489</c:v>
                </c:pt>
                <c:pt idx="956">
                  <c:v>0.21990000000000001</c:v>
                </c:pt>
                <c:pt idx="957">
                  <c:v>0.33090000000000003</c:v>
                </c:pt>
                <c:pt idx="958">
                  <c:v>6.4699999999999994E-2</c:v>
                </c:pt>
                <c:pt idx="959">
                  <c:v>0.2336</c:v>
                </c:pt>
                <c:pt idx="960">
                  <c:v>0.30880000000000002</c:v>
                </c:pt>
                <c:pt idx="961">
                  <c:v>0.13639999999999999</c:v>
                </c:pt>
                <c:pt idx="962">
                  <c:v>0.28029999999999999</c:v>
                </c:pt>
                <c:pt idx="963">
                  <c:v>0.29010000000000002</c:v>
                </c:pt>
                <c:pt idx="964">
                  <c:v>0.30470000000000003</c:v>
                </c:pt>
                <c:pt idx="965">
                  <c:v>0.30709999999999998</c:v>
                </c:pt>
                <c:pt idx="966">
                  <c:v>0.2419</c:v>
                </c:pt>
                <c:pt idx="967">
                  <c:v>0.1452</c:v>
                </c:pt>
                <c:pt idx="968">
                  <c:v>0.28460000000000002</c:v>
                </c:pt>
                <c:pt idx="969">
                  <c:v>0.2712</c:v>
                </c:pt>
                <c:pt idx="970">
                  <c:v>0.1368</c:v>
                </c:pt>
                <c:pt idx="971">
                  <c:v>0.23280000000000001</c:v>
                </c:pt>
                <c:pt idx="972">
                  <c:v>0.35649999999999998</c:v>
                </c:pt>
                <c:pt idx="973">
                  <c:v>0.35649999999999998</c:v>
                </c:pt>
                <c:pt idx="974">
                  <c:v>0.37390000000000001</c:v>
                </c:pt>
                <c:pt idx="975">
                  <c:v>8.9300000000000004E-2</c:v>
                </c:pt>
                <c:pt idx="976">
                  <c:v>0.3604</c:v>
                </c:pt>
                <c:pt idx="977">
                  <c:v>0.39450000000000002</c:v>
                </c:pt>
                <c:pt idx="978">
                  <c:v>8.6499999999999994E-2</c:v>
                </c:pt>
                <c:pt idx="979">
                  <c:v>0.19420000000000001</c:v>
                </c:pt>
                <c:pt idx="980">
                  <c:v>0.2424</c:v>
                </c:pt>
                <c:pt idx="981">
                  <c:v>0.10199999999999999</c:v>
                </c:pt>
                <c:pt idx="982">
                  <c:v>0.2959</c:v>
                </c:pt>
                <c:pt idx="983">
                  <c:v>0.13400000000000001</c:v>
                </c:pt>
                <c:pt idx="984">
                  <c:v>7.22E-2</c:v>
                </c:pt>
                <c:pt idx="985">
                  <c:v>0.26319999999999999</c:v>
                </c:pt>
                <c:pt idx="986">
                  <c:v>0.1477</c:v>
                </c:pt>
                <c:pt idx="987">
                  <c:v>0.25</c:v>
                </c:pt>
                <c:pt idx="988">
                  <c:v>0.34210000000000002</c:v>
                </c:pt>
                <c:pt idx="989">
                  <c:v>0.18920000000000001</c:v>
                </c:pt>
                <c:pt idx="990">
                  <c:v>0.3594</c:v>
                </c:pt>
                <c:pt idx="991">
                  <c:v>0.28570000000000001</c:v>
                </c:pt>
                <c:pt idx="992">
                  <c:v>0.129</c:v>
                </c:pt>
                <c:pt idx="993">
                  <c:v>0.31669999999999998</c:v>
                </c:pt>
                <c:pt idx="994">
                  <c:v>0.36670000000000003</c:v>
                </c:pt>
                <c:pt idx="995">
                  <c:v>8.6199999999999999E-2</c:v>
                </c:pt>
                <c:pt idx="996">
                  <c:v>0.2364</c:v>
                </c:pt>
                <c:pt idx="997">
                  <c:v>0.26419999999999999</c:v>
                </c:pt>
                <c:pt idx="998">
                  <c:v>0.1154</c:v>
                </c:pt>
                <c:pt idx="999">
                  <c:v>0.34620000000000001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F24-4442-9F20-E0599F4A3993}"/>
            </c:ext>
          </c:extLst>
        </c:ser>
        <c:ser>
          <c:idx val="0"/>
          <c:order val="1"/>
          <c:tx>
            <c:strRef>
              <c:f>{"Average Leads"}</c:f>
              <c:strCache>
                <c:ptCount val="1"/>
                <c:pt idx="0">
                  <c:v>Average Leads</c:v>
                </c:pt>
              </c:strCache>
            </c:strRef>
          </c:tx>
          <c:spPr>
            <a:ln w="19050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dot"/>
            <c:size val="2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3527851458885942"/>
                  <c:y val="3.472222222222222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Avg. Lead: 994.42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F24-4442-9F20-E0599F4A399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F24-4442-9F20-E0599F4A39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Dir val="y"/>
            <c:errBarType val="both"/>
            <c:errValType val="stdErr"/>
            <c:noEndCap val="1"/>
            <c:spPr>
              <a:noFill/>
              <a:ln w="9525" cap="flat" cmpd="sng" algn="ctr">
                <a:solidFill>
                  <a:srgbClr val="FFFF00"/>
                </a:solidFill>
                <a:prstDash val="solid"/>
                <a:round/>
              </a:ln>
              <a:effectLst/>
            </c:spPr>
          </c:errBars>
          <c:xVal>
            <c:numRef>
              <c:f>GU!F20:F21</c:f>
              <c:numCache>
                <c:formatCode>General</c:formatCode>
                <c:ptCount val="2"/>
                <c:pt idx="0">
                  <c:v>994.42</c:v>
                </c:pt>
                <c:pt idx="1">
                  <c:v>994.42</c:v>
                </c:pt>
              </c:numCache>
            </c:numRef>
          </c:xVal>
          <c:yVal>
            <c:numRef>
              <c:f>GU!G20:G21</c:f>
              <c:numCache>
                <c:formatCode>0%</c:formatCode>
                <c:ptCount val="2"/>
                <c:pt idx="0">
                  <c:v>0</c:v>
                </c:pt>
                <c:pt idx="1">
                  <c:v>0.4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8F24-4442-9F20-E0599F4A3993}"/>
            </c:ext>
          </c:extLst>
        </c:ser>
        <c:ser>
          <c:idx val="1"/>
          <c:order val="2"/>
          <c:tx>
            <c:strRef>
              <c:f>{"Average Conversion Rate"}</c:f>
              <c:strCache>
                <c:ptCount val="1"/>
                <c:pt idx="0">
                  <c:v>Average Conversion Rate</c:v>
                </c:pt>
              </c:strCache>
            </c:strRef>
          </c:tx>
          <c:spPr>
            <a:ln w="19050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dot"/>
            <c:size val="2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Avg. Conversion Rate: 20.90%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F24-4442-9F20-E0599F4A399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24-4442-9F20-E0599F4A39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806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GU!H20:H21</c:f>
              <c:numCache>
                <c:formatCode>General</c:formatCode>
                <c:ptCount val="2"/>
                <c:pt idx="0">
                  <c:v>0</c:v>
                </c:pt>
                <c:pt idx="1">
                  <c:v>2000</c:v>
                </c:pt>
              </c:numCache>
            </c:numRef>
          </c:xVal>
          <c:yVal>
            <c:numRef>
              <c:f>GU!I20:I21</c:f>
              <c:numCache>
                <c:formatCode>0.00%</c:formatCode>
                <c:ptCount val="2"/>
                <c:pt idx="0">
                  <c:v>0.20899999999999999</c:v>
                </c:pt>
                <c:pt idx="1">
                  <c:v>0.20899999999999999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8F24-4442-9F20-E0599F4A3993}"/>
            </c:ext>
          </c:extLst>
        </c:ser>
        <c:ser>
          <c:idx val="2"/>
          <c:order val="3"/>
          <c:tx>
            <c:strRef>
              <c:f>{"High Leads + Low Conversion"}</c:f>
              <c:strCache>
                <c:ptCount val="1"/>
                <c:pt idx="0">
                  <c:v>High Leads + Low Conversion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3766578249336871E-2"/>
                  <c:y val="-0.3576388888888889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CMP0085 – Bliss Drop: (1,730, 0.40%)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F24-4442-9F20-E0599F4A3993}"/>
                </c:ext>
              </c:extLst>
            </c:dLbl>
            <c:dLbl>
              <c:idx val="1"/>
              <c:layout>
                <c:manualLayout>
                  <c:x val="-0.12599469496021221"/>
                  <c:y val="-0.28472222222222221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CMP0431 – Aura Push: (1,114, 0.72%)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F24-4442-9F20-E0599F4A3993}"/>
                </c:ext>
              </c:extLst>
            </c:dLbl>
            <c:dLbl>
              <c:idx val="2"/>
              <c:layout>
                <c:manualLayout>
                  <c:x val="1.3262599469496021E-3"/>
                  <c:y val="-9.7222222222222224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CMP0032 – Glow Push: (1,198, 0.75%)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F24-4442-9F20-E0599F4A3993}"/>
                </c:ext>
              </c:extLst>
            </c:dLbl>
            <c:dLbl>
              <c:idx val="3"/>
              <c:layout>
                <c:manualLayout>
                  <c:x val="0"/>
                  <c:y val="-0.1458333333333334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CMP0291 – Aura Drop: (1,817, 0.94%)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F24-4442-9F20-E0599F4A3993}"/>
                </c:ext>
              </c:extLst>
            </c:dLbl>
            <c:dLbl>
              <c:idx val="4"/>
              <c:layout>
                <c:manualLayout>
                  <c:x val="6.6312997347480109E-3"/>
                  <c:y val="-0.25000000000000011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CMP0994 – Pure Drive: (1,231, 0.97%)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F24-4442-9F20-E0599F4A3993}"/>
                </c:ext>
              </c:extLst>
            </c:dLbl>
            <c:spPr>
              <a:solidFill>
                <a:srgbClr val="F2F2F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GU!G24:G28</c:f>
              <c:numCache>
                <c:formatCode>#,##0</c:formatCode>
                <c:ptCount val="5"/>
                <c:pt idx="0">
                  <c:v>1730</c:v>
                </c:pt>
                <c:pt idx="1">
                  <c:v>1114</c:v>
                </c:pt>
                <c:pt idx="2">
                  <c:v>1198</c:v>
                </c:pt>
                <c:pt idx="3">
                  <c:v>1817</c:v>
                </c:pt>
                <c:pt idx="4">
                  <c:v>1231</c:v>
                </c:pt>
              </c:numCache>
            </c:numRef>
          </c:xVal>
          <c:yVal>
            <c:numRef>
              <c:f>GU!H24:H28</c:f>
              <c:numCache>
                <c:formatCode>0.00%</c:formatCode>
                <c:ptCount val="5"/>
                <c:pt idx="0">
                  <c:v>4.0000000000000001E-3</c:v>
                </c:pt>
                <c:pt idx="1">
                  <c:v>7.1999999999999998E-3</c:v>
                </c:pt>
                <c:pt idx="2">
                  <c:v>7.4999999999999997E-3</c:v>
                </c:pt>
                <c:pt idx="3">
                  <c:v>9.4000000000000004E-3</c:v>
                </c:pt>
                <c:pt idx="4">
                  <c:v>9.7000000000000003E-3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8F24-4442-9F20-E0599F4A3993}"/>
            </c:ext>
          </c:extLst>
        </c:ser>
        <c:ser>
          <c:idx val="3"/>
          <c:order val="4"/>
          <c:tx>
            <c:strRef>
              <c:f>{"High Lead + High Convr"}</c:f>
              <c:strCache>
                <c:ptCount val="1"/>
                <c:pt idx="0">
                  <c:v>High Lead + High Convr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375623"/>
              </a:solidFill>
              <a:ln w="9525">
                <a:solidFill>
                  <a:srgbClr val="375623"/>
                </a:solidFill>
                <a:prstDash val="solid"/>
              </a:ln>
              <a:effectLst/>
            </c:spPr>
          </c:marker>
          <c:dLbls>
            <c:dLbl>
              <c:idx val="0"/>
              <c:layout>
                <c:manualLayout>
                  <c:x val="-0.19132653061224489"/>
                  <c:y val="9.7222222222222224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CMP0785 - Bliss Drop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8F24-4442-9F20-E0599F4A3993}"/>
                </c:ext>
              </c:extLst>
            </c:dLbl>
            <c:dLbl>
              <c:idx val="1"/>
              <c:layout>
                <c:manualLayout>
                  <c:x val="-0.1798469387755102"/>
                  <c:y val="-6.9444444444444475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CMP0822 - Aura Fest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8F24-4442-9F20-E0599F4A3993}"/>
                </c:ext>
              </c:extLst>
            </c:dLbl>
            <c:dLbl>
              <c:idx val="2"/>
              <c:layout>
                <c:manualLayout>
                  <c:x val="0"/>
                  <c:y val="0.12847222222222221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CMP0726 - Bliss Drive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8F24-4442-9F20-E0599F4A3993}"/>
                </c:ext>
              </c:extLst>
            </c:dLbl>
            <c:spPr>
              <a:solidFill>
                <a:srgbClr val="E2EFDA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GU!G30:G32</c:f>
              <c:numCache>
                <c:formatCode>General</c:formatCode>
                <c:ptCount val="3"/>
                <c:pt idx="0">
                  <c:v>1731</c:v>
                </c:pt>
                <c:pt idx="1">
                  <c:v>1709</c:v>
                </c:pt>
                <c:pt idx="2">
                  <c:v>1845</c:v>
                </c:pt>
              </c:numCache>
            </c:numRef>
          </c:xVal>
          <c:yVal>
            <c:numRef>
              <c:f>GU!H30:H32</c:f>
              <c:numCache>
                <c:formatCode>0.00%</c:formatCode>
                <c:ptCount val="3"/>
                <c:pt idx="0">
                  <c:v>0.38009999999999999</c:v>
                </c:pt>
                <c:pt idx="1">
                  <c:v>0.39729999999999999</c:v>
                </c:pt>
                <c:pt idx="2">
                  <c:v>0.39350000000000002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1-8F24-4442-9F20-E0599F4A3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6192008"/>
        <c:axId val="295575560"/>
      </c:scatterChart>
      <c:valAx>
        <c:axId val="296192008"/>
        <c:scaling>
          <c:orientation val="minMax"/>
          <c:max val="20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Leads Generated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295575560"/>
        <c:crosses val="autoZero"/>
        <c:crossBetween val="midCat"/>
        <c:majorUnit val="200"/>
      </c:valAx>
      <c:valAx>
        <c:axId val="295575560"/>
        <c:scaling>
          <c:orientation val="minMax"/>
          <c:max val="0.4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Conversion Rate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2961920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{"CPA ROI "}</c:f>
              <c:strCache>
                <c:ptCount val="1"/>
                <c:pt idx="0">
                  <c:v>CPA ROI 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 w="254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7DE-436D-BA42-4B09121B4BA8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7DE-436D-BA42-4B09121B4BA8}"/>
              </c:ext>
            </c:extLst>
          </c:dPt>
          <c:dPt>
            <c:idx val="2"/>
            <c:invertIfNegative val="0"/>
            <c:bubble3D val="0"/>
            <c:spPr>
              <a:solidFill>
                <a:srgbClr val="0284C7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7DE-436D-BA42-4B09121B4BA8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7DE-436D-BA42-4B09121B4BA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Event (ROI: 164.87%, CPA:₹46.39)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7DE-436D-BA42-4B09121B4BA8}"/>
                </c:ext>
              </c:extLst>
            </c:dLbl>
            <c:dLbl>
              <c:idx val="1"/>
              <c:layout>
                <c:manualLayout>
                  <c:x val="-0.37916666666666671"/>
                  <c:y val="1.041666666666666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Influencer (ROI: 144.89%, CPA: ₹ 50.63)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7DE-436D-BA42-4B09121B4BA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Social Media (ROI: 139.98%, CPA: ₹ 50.66)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7DE-436D-BA42-4B09121B4BA8}"/>
                </c:ext>
              </c:extLst>
            </c:dLbl>
            <c:dLbl>
              <c:idx val="3"/>
              <c:layout>
                <c:manualLayout>
                  <c:x val="-0.28750000000000009"/>
                  <c:y val="-5.2083333333333419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Email (RI: 115.58%, CPA:₹ 51.92)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7DE-436D-BA42-4B09121B4BA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GU!G35:G38</c:f>
              <c:numCache>
                <c:formatCode>[$₹-4009]\ #,##0.00</c:formatCode>
                <c:ptCount val="4"/>
                <c:pt idx="0">
                  <c:v>46.39</c:v>
                </c:pt>
                <c:pt idx="1">
                  <c:v>50.63</c:v>
                </c:pt>
                <c:pt idx="2">
                  <c:v>50.66</c:v>
                </c:pt>
                <c:pt idx="3">
                  <c:v>51.92</c:v>
                </c:pt>
              </c:numCache>
            </c:numRef>
          </c:xVal>
          <c:yVal>
            <c:numRef>
              <c:f>GU!H35:H38</c:f>
              <c:numCache>
                <c:formatCode>0.00%</c:formatCode>
                <c:ptCount val="4"/>
                <c:pt idx="0">
                  <c:v>1.6487000000000001</c:v>
                </c:pt>
                <c:pt idx="1">
                  <c:v>1.4489000000000001</c:v>
                </c:pt>
                <c:pt idx="2">
                  <c:v>1.3997999999999999</c:v>
                </c:pt>
                <c:pt idx="3">
                  <c:v>1.1557999999999999</c:v>
                </c:pt>
              </c:numCache>
            </c:numRef>
          </c:yVal>
          <c:bubbleSize>
            <c:numRef>
              <c:f>GU!I35:I38</c:f>
              <c:numCache>
                <c:formatCode>[&gt;=1000000]\₹#,##0.0,,"M";General</c:formatCode>
                <c:ptCount val="4"/>
                <c:pt idx="0">
                  <c:v>6653495.5899999999</c:v>
                </c:pt>
                <c:pt idx="1">
                  <c:v>7261985.5800000001</c:v>
                </c:pt>
                <c:pt idx="2">
                  <c:v>5966048.8799999999</c:v>
                </c:pt>
                <c:pt idx="3">
                  <c:v>5128762.46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8-57DE-436D-BA42-4B09121B4B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4"/>
        <c:showNegBubbles val="0"/>
        <c:axId val="190851591"/>
        <c:axId val="190855687"/>
      </c:bubbleChart>
      <c:valAx>
        <c:axId val="190851591"/>
        <c:scaling>
          <c:orientation val="minMax"/>
          <c:min val="46"/>
        </c:scaling>
        <c:delete val="0"/>
        <c:axPos val="b"/>
        <c:numFmt formatCode="[$₹-4009]\ #,##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90855687"/>
        <c:crosses val="autoZero"/>
        <c:crossBetween val="midCat"/>
        <c:majorUnit val="1"/>
      </c:valAx>
      <c:valAx>
        <c:axId val="190855687"/>
        <c:scaling>
          <c:orientation val="minMax"/>
          <c:max val="1.75"/>
          <c:min val="1.100000000000000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90851591"/>
        <c:crosses val="autoZero"/>
        <c:crossBetween val="midCat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GU!$H$42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1.7064846416382253E-3"/>
                  <c:y val="0.415259915427238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C2B-4448-816F-17406CF44B8A}"/>
                </c:ext>
              </c:extLst>
            </c:dLbl>
            <c:dLbl>
              <c:idx val="5"/>
              <c:layout>
                <c:manualLayout>
                  <c:x val="0"/>
                  <c:y val="0.4240033537474482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2B-4448-816F-17406CF44B8A}"/>
                </c:ext>
              </c:extLst>
            </c:dLbl>
            <c:dLbl>
              <c:idx val="8"/>
              <c:layout>
                <c:manualLayout>
                  <c:x val="0"/>
                  <c:y val="0.3157206911636045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C2B-4448-816F-17406CF44B8A}"/>
                </c:ext>
              </c:extLst>
            </c:dLbl>
            <c:spPr>
              <a:solidFill>
                <a:srgbClr val="DDEBF7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GU!$F$43:$F$54</c:f>
              <c:numCache>
                <c:formatCode>[$-409]mmm\-yy;@</c:formatCode>
                <c:ptCount val="12"/>
                <c:pt idx="0">
                  <c:v>45717</c:v>
                </c:pt>
                <c:pt idx="1">
                  <c:v>45748</c:v>
                </c:pt>
                <c:pt idx="2">
                  <c:v>45778</c:v>
                </c:pt>
                <c:pt idx="3">
                  <c:v>45809</c:v>
                </c:pt>
                <c:pt idx="4">
                  <c:v>45839</c:v>
                </c:pt>
                <c:pt idx="5">
                  <c:v>45870</c:v>
                </c:pt>
                <c:pt idx="6">
                  <c:v>45901</c:v>
                </c:pt>
                <c:pt idx="7">
                  <c:v>45931</c:v>
                </c:pt>
                <c:pt idx="8">
                  <c:v>45962</c:v>
                </c:pt>
                <c:pt idx="9">
                  <c:v>45992</c:v>
                </c:pt>
                <c:pt idx="10">
                  <c:v>46023</c:v>
                </c:pt>
                <c:pt idx="11">
                  <c:v>46054</c:v>
                </c:pt>
              </c:numCache>
            </c:numRef>
          </c:cat>
          <c:val>
            <c:numRef>
              <c:f>GU!$H$43:$H$54</c:f>
              <c:numCache>
                <c:formatCode>[&gt;=1000000]\₹#,##0.00,,"M";General</c:formatCode>
                <c:ptCount val="12"/>
                <c:pt idx="0" formatCode="[$₹-4009]#,##0.00,,&quot;M&quot;">
                  <c:v>803869.81</c:v>
                </c:pt>
                <c:pt idx="1">
                  <c:v>2152001.62</c:v>
                </c:pt>
                <c:pt idx="2">
                  <c:v>2560911</c:v>
                </c:pt>
                <c:pt idx="3">
                  <c:v>2340581.0099999998</c:v>
                </c:pt>
                <c:pt idx="4">
                  <c:v>2373720.9</c:v>
                </c:pt>
                <c:pt idx="5">
                  <c:v>2310028.9300000002</c:v>
                </c:pt>
                <c:pt idx="6">
                  <c:v>2392819.88</c:v>
                </c:pt>
                <c:pt idx="7">
                  <c:v>2072489.5</c:v>
                </c:pt>
                <c:pt idx="8">
                  <c:v>1831996.76</c:v>
                </c:pt>
                <c:pt idx="9">
                  <c:v>2753460.28</c:v>
                </c:pt>
                <c:pt idx="10">
                  <c:v>2283464.08</c:v>
                </c:pt>
                <c:pt idx="11">
                  <c:v>1134948.74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2B-4448-816F-17406CF44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4"/>
        <c:axId val="1765332999"/>
        <c:axId val="1816999943"/>
      </c:barChart>
      <c:lineChart>
        <c:grouping val="standard"/>
        <c:varyColors val="0"/>
        <c:ser>
          <c:idx val="0"/>
          <c:order val="1"/>
          <c:tx>
            <c:strRef>
              <c:f>GU!$G$42</c:f>
              <c:strCache>
                <c:ptCount val="1"/>
                <c:pt idx="0">
                  <c:v>ROI %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375623"/>
              </a:solidFill>
              <a:ln w="9525">
                <a:solidFill>
                  <a:srgbClr val="375623"/>
                </a:solidFill>
                <a:prstDash val="solid"/>
              </a:ln>
              <a:effectLst/>
            </c:spPr>
          </c:marker>
          <c:dLbls>
            <c:dLbl>
              <c:idx val="0"/>
              <c:layout>
                <c:manualLayout>
                  <c:x val="-6.655290102389079E-2"/>
                  <c:y val="6.94444444444444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C2B-4448-816F-17406CF44B8A}"/>
                </c:ext>
              </c:extLst>
            </c:dLbl>
            <c:dLbl>
              <c:idx val="1"/>
              <c:layout>
                <c:manualLayout>
                  <c:x val="-5.8020477815699682E-2"/>
                  <c:y val="-0.111111111111111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C2B-4448-816F-17406CF44B8A}"/>
                </c:ext>
              </c:extLst>
            </c:dLbl>
            <c:dLbl>
              <c:idx val="2"/>
              <c:layout>
                <c:manualLayout>
                  <c:x val="-4.2662116040955635E-2"/>
                  <c:y val="-6.94444444444444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C2B-4448-816F-17406CF44B8A}"/>
                </c:ext>
              </c:extLst>
            </c:dLbl>
            <c:dLbl>
              <c:idx val="3"/>
              <c:layout>
                <c:manualLayout>
                  <c:x val="-3.9249146757679224E-2"/>
                  <c:y val="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C2B-4448-816F-17406CF44B8A}"/>
                </c:ext>
              </c:extLst>
            </c:dLbl>
            <c:dLbl>
              <c:idx val="4"/>
              <c:layout>
                <c:manualLayout>
                  <c:x val="-0.10750853242320819"/>
                  <c:y val="-1.46190580344123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C2B-4448-816F-17406CF44B8A}"/>
                </c:ext>
              </c:extLst>
            </c:dLbl>
            <c:dLbl>
              <c:idx val="5"/>
              <c:layout>
                <c:manualLayout>
                  <c:x val="-3.0716723549488054E-2"/>
                  <c:y val="-9.7222222222222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C2B-4448-816F-17406CF44B8A}"/>
                </c:ext>
              </c:extLst>
            </c:dLbl>
            <c:dLbl>
              <c:idx val="6"/>
              <c:layout>
                <c:manualLayout>
                  <c:x val="6.8259385665528178E-3"/>
                  <c:y val="-7.63888888888888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C2B-4448-816F-17406CF44B8A}"/>
                </c:ext>
              </c:extLst>
            </c:dLbl>
            <c:dLbl>
              <c:idx val="7"/>
              <c:layout>
                <c:manualLayout>
                  <c:x val="-4.2662116040955635E-2"/>
                  <c:y val="-6.5972222222222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C2B-4448-816F-17406CF44B8A}"/>
                </c:ext>
              </c:extLst>
            </c:dLbl>
            <c:dLbl>
              <c:idx val="8"/>
              <c:layout>
                <c:manualLayout>
                  <c:x val="-3.9249146757679265E-2"/>
                  <c:y val="-5.20833333333333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C2B-4448-816F-17406CF44B8A}"/>
                </c:ext>
              </c:extLst>
            </c:dLbl>
            <c:dLbl>
              <c:idx val="9"/>
              <c:layout>
                <c:manualLayout>
                  <c:x val="-2.7303754266211688E-2"/>
                  <c:y val="6.24999999999999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C2B-4448-816F-17406CF44B8A}"/>
                </c:ext>
              </c:extLst>
            </c:dLbl>
            <c:dLbl>
              <c:idx val="11"/>
              <c:layout>
                <c:manualLayout>
                  <c:x val="-4.2662116040955635E-2"/>
                  <c:y val="-6.5972222222222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C2B-4448-816F-17406CF44B8A}"/>
                </c:ext>
              </c:extLst>
            </c:dLbl>
            <c:spPr>
              <a:solidFill>
                <a:srgbClr val="FFF2CC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GU!$F$43:$F$54</c:f>
              <c:numCache>
                <c:formatCode>[$-409]mmm\-yy;@</c:formatCode>
                <c:ptCount val="12"/>
                <c:pt idx="0">
                  <c:v>45717</c:v>
                </c:pt>
                <c:pt idx="1">
                  <c:v>45748</c:v>
                </c:pt>
                <c:pt idx="2">
                  <c:v>45778</c:v>
                </c:pt>
                <c:pt idx="3">
                  <c:v>45809</c:v>
                </c:pt>
                <c:pt idx="4">
                  <c:v>45839</c:v>
                </c:pt>
                <c:pt idx="5">
                  <c:v>45870</c:v>
                </c:pt>
                <c:pt idx="6">
                  <c:v>45901</c:v>
                </c:pt>
                <c:pt idx="7">
                  <c:v>45931</c:v>
                </c:pt>
                <c:pt idx="8">
                  <c:v>45962</c:v>
                </c:pt>
                <c:pt idx="9">
                  <c:v>45992</c:v>
                </c:pt>
                <c:pt idx="10">
                  <c:v>46023</c:v>
                </c:pt>
                <c:pt idx="11">
                  <c:v>46054</c:v>
                </c:pt>
              </c:numCache>
            </c:numRef>
          </c:cat>
          <c:val>
            <c:numRef>
              <c:f>GU!$G$43:$G$54</c:f>
              <c:numCache>
                <c:formatCode>0.00%</c:formatCode>
                <c:ptCount val="12"/>
                <c:pt idx="0">
                  <c:v>1.1740999999999999</c:v>
                </c:pt>
                <c:pt idx="1">
                  <c:v>1.5805</c:v>
                </c:pt>
                <c:pt idx="2">
                  <c:v>1.1803999999999999</c:v>
                </c:pt>
                <c:pt idx="3">
                  <c:v>1.3451</c:v>
                </c:pt>
                <c:pt idx="4">
                  <c:v>1.7327999999999999</c:v>
                </c:pt>
                <c:pt idx="5">
                  <c:v>1.5111000000000001</c:v>
                </c:pt>
                <c:pt idx="6">
                  <c:v>1.4927999999999999</c:v>
                </c:pt>
                <c:pt idx="7">
                  <c:v>1.2539</c:v>
                </c:pt>
                <c:pt idx="8">
                  <c:v>1.0925</c:v>
                </c:pt>
                <c:pt idx="9">
                  <c:v>1.6220000000000001</c:v>
                </c:pt>
                <c:pt idx="10">
                  <c:v>1.7222999999999999</c:v>
                </c:pt>
                <c:pt idx="11">
                  <c:v>1.1257999999999999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0C2B-4448-816F-17406CF44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1865479"/>
        <c:axId val="1861858311"/>
      </c:lineChart>
      <c:dateAx>
        <c:axId val="1765332999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816999943"/>
        <c:crosses val="autoZero"/>
        <c:auto val="1"/>
        <c:lblOffset val="100"/>
        <c:baseTimeUnit val="months"/>
        <c:majorUnit val="3"/>
      </c:dateAx>
      <c:valAx>
        <c:axId val="1816999943"/>
        <c:scaling>
          <c:orientation val="minMax"/>
          <c:min val="5000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[$₹-4009]#,##0.00,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765332999"/>
        <c:crosses val="autoZero"/>
        <c:crossBetween val="between"/>
      </c:valAx>
      <c:valAx>
        <c:axId val="1861858311"/>
        <c:scaling>
          <c:orientation val="minMax"/>
          <c:max val="1.8"/>
          <c:min val="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ROI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861865479"/>
        <c:crosses val="max"/>
        <c:crossBetween val="between"/>
      </c:valAx>
      <c:dateAx>
        <c:axId val="1861865479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crossAx val="1861858311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GU!$G$36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39C1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8D8-4A80-B21F-BF3A48DF58BC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8D8-4A80-B21F-BF3A48DF58BC}"/>
              </c:ext>
            </c:extLst>
          </c:dPt>
          <c:dLbls>
            <c:dLbl>
              <c:idx val="0"/>
              <c:layout>
                <c:manualLayout>
                  <c:x val="0"/>
                  <c:y val="5.61797752808988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D8-4A80-B21F-BF3A48DF58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GU!$F$37:$F$39</c:f>
              <c:strCache>
                <c:ptCount val="3"/>
                <c:pt idx="0">
                  <c:v>Medium (8-15 Days)</c:v>
                </c:pt>
                <c:pt idx="1">
                  <c:v>Long (16-30 Days)</c:v>
                </c:pt>
                <c:pt idx="2">
                  <c:v>Short (1-7 Days)</c:v>
                </c:pt>
              </c:strCache>
            </c:strRef>
          </c:cat>
          <c:val>
            <c:numRef>
              <c:f>GU!$G$37:$G$39</c:f>
              <c:numCache>
                <c:formatCode>0.00%</c:formatCode>
                <c:ptCount val="3"/>
                <c:pt idx="0">
                  <c:v>1.6358999999999999</c:v>
                </c:pt>
                <c:pt idx="1">
                  <c:v>1.3938999999999999</c:v>
                </c:pt>
                <c:pt idx="2">
                  <c:v>0.90859999999999996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D8-4A80-B21F-BF3A48DF58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1"/>
        <c:axId val="166948871"/>
        <c:axId val="166950919"/>
      </c:barChart>
      <c:lineChart>
        <c:grouping val="standard"/>
        <c:varyColors val="0"/>
        <c:ser>
          <c:idx val="1"/>
          <c:order val="1"/>
          <c:tx>
            <c:strRef>
              <c:f>GU!H36</c:f>
              <c:strCache>
                <c:ptCount val="1"/>
                <c:pt idx="0">
                  <c:v>CPA</c:v>
                </c:pt>
              </c:strCache>
            </c:strRef>
          </c:tx>
          <c:spPr>
            <a:ln w="28575" cap="rnd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FFF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9672131147541023E-2"/>
                  <c:y val="-0.1741573033707865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8D8-4A80-B21F-BF3A48DF58BC}"/>
                </c:ext>
              </c:extLst>
            </c:dLbl>
            <c:dLbl>
              <c:idx val="2"/>
              <c:layout>
                <c:manualLayout>
                  <c:x val="-8.943089430894309E-2"/>
                  <c:y val="-6.7415730337078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8D8-4A80-B21F-BF3A48DF58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GU!$F$37:$F$39</c:f>
              <c:strCache>
                <c:ptCount val="3"/>
                <c:pt idx="0">
                  <c:v>Medium (8-15 Days)</c:v>
                </c:pt>
                <c:pt idx="1">
                  <c:v>Long (16-30 Days)</c:v>
                </c:pt>
                <c:pt idx="2">
                  <c:v>Short (1-7 Days)</c:v>
                </c:pt>
              </c:strCache>
            </c:strRef>
          </c:cat>
          <c:val>
            <c:numRef>
              <c:f>GU!H37:H39</c:f>
              <c:numCache>
                <c:formatCode>[$₹-4009]\ #,##0.00</c:formatCode>
                <c:ptCount val="3"/>
                <c:pt idx="0">
                  <c:v>46.19</c:v>
                </c:pt>
                <c:pt idx="1">
                  <c:v>50.69</c:v>
                </c:pt>
                <c:pt idx="2">
                  <c:v>57.57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8D8-4A80-B21F-BF3A48DF58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30225927"/>
        <c:axId val="630222855"/>
      </c:lineChart>
      <c:catAx>
        <c:axId val="166948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66950919"/>
        <c:crosses val="autoZero"/>
        <c:auto val="1"/>
        <c:lblAlgn val="ctr"/>
        <c:lblOffset val="100"/>
        <c:noMultiLvlLbl val="0"/>
      </c:catAx>
      <c:valAx>
        <c:axId val="166950919"/>
        <c:scaling>
          <c:orientation val="minMax"/>
          <c:min val="0.8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ROI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66948871"/>
        <c:crosses val="autoZero"/>
        <c:crossBetween val="between"/>
      </c:valAx>
      <c:valAx>
        <c:axId val="630222855"/>
        <c:scaling>
          <c:orientation val="minMax"/>
          <c:min val="45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CPA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[$₹-4009]\ 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630225927"/>
        <c:crosses val="max"/>
        <c:crossBetween val="between"/>
        <c:majorUnit val="5"/>
      </c:valAx>
      <c:catAx>
        <c:axId val="6302259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302228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7C3518-901A-4963-B339-FEBC2A8B06F2}" type="doc">
      <dgm:prSet loTypeId="urn:microsoft.com/office/officeart/2005/8/layout/chevron1" loCatId="process" qsTypeId="urn:microsoft.com/office/officeart/2005/8/quickstyle/simple1" qsCatId="simple" csTypeId="urn:microsoft.com/office/officeart/2005/8/colors/accent5_1" csCatId="accent5" phldr="1"/>
      <dgm:spPr/>
    </dgm:pt>
    <dgm:pt modelId="{C5B2D3C2-9E7D-406C-9732-A2DB92C054D7}">
      <dgm:prSet phldrT="[Text]" phldr="0"/>
      <dgm:spPr/>
      <dgm:t>
        <a:bodyPr/>
        <a:lstStyle/>
        <a:p>
          <a:pPr rtl="0"/>
          <a:r>
            <a:rPr lang="en-US"/>
            <a:t>Campaign Performance </a:t>
          </a:r>
          <a:endParaRPr lang="en-US" dirty="0">
            <a:latin typeface="Arial"/>
          </a:endParaRPr>
        </a:p>
      </dgm:t>
    </dgm:pt>
    <dgm:pt modelId="{9AA44C0A-BEAE-4885-A781-362A44E1DF92}" type="parTrans" cxnId="{F80BFBB2-1D3D-4562-A27C-DE02EB51A824}">
      <dgm:prSet/>
      <dgm:spPr/>
    </dgm:pt>
    <dgm:pt modelId="{4BF51345-8D75-4200-B237-4815E9107260}" type="sibTrans" cxnId="{F80BFBB2-1D3D-4562-A27C-DE02EB51A824}">
      <dgm:prSet/>
      <dgm:spPr/>
    </dgm:pt>
    <dgm:pt modelId="{03CCA6CE-3A94-4943-8218-63A3D39CE2B5}">
      <dgm:prSet phldrT="[Text]" phldr="0"/>
      <dgm:spPr/>
      <dgm:t>
        <a:bodyPr/>
        <a:lstStyle/>
        <a:p>
          <a:pPr rtl="0"/>
          <a:r>
            <a:rPr lang="en-US"/>
            <a:t> Channel Efficiency </a:t>
          </a:r>
          <a:endParaRPr lang="en-US" dirty="0">
            <a:latin typeface="Arial"/>
          </a:endParaRPr>
        </a:p>
      </dgm:t>
    </dgm:pt>
    <dgm:pt modelId="{EB03D2E9-3DEE-47EF-952B-FE73EC6D6542}" type="parTrans" cxnId="{273F5084-B04E-4995-87E0-AAF5F05C8FD4}">
      <dgm:prSet/>
      <dgm:spPr/>
    </dgm:pt>
    <dgm:pt modelId="{FC7E407E-BBD2-4630-992A-DB85C827EABE}" type="sibTrans" cxnId="{273F5084-B04E-4995-87E0-AAF5F05C8FD4}">
      <dgm:prSet/>
      <dgm:spPr/>
    </dgm:pt>
    <dgm:pt modelId="{1057E27A-4D16-41E1-9E6B-DFBB4F59706F}">
      <dgm:prSet phldrT="[Text]" phldr="0"/>
      <dgm:spPr/>
      <dgm:t>
        <a:bodyPr/>
        <a:lstStyle/>
        <a:p>
          <a:r>
            <a:rPr lang="en-US"/>
            <a:t>Lead-to-Conversion</a:t>
          </a:r>
          <a:endParaRPr lang="en-US" dirty="0"/>
        </a:p>
      </dgm:t>
    </dgm:pt>
    <dgm:pt modelId="{FAF3A111-925F-4695-ABFD-7D8351DFA6A1}" type="parTrans" cxnId="{5ED42739-9686-4328-A192-415E01855318}">
      <dgm:prSet/>
      <dgm:spPr/>
    </dgm:pt>
    <dgm:pt modelId="{2BFA4001-6B15-45FA-9164-FFD9B7509201}" type="sibTrans" cxnId="{5ED42739-9686-4328-A192-415E01855318}">
      <dgm:prSet/>
      <dgm:spPr/>
    </dgm:pt>
    <dgm:pt modelId="{1D6D587A-62C3-409E-90D8-2BADE1272C1B}">
      <dgm:prSet phldrT="[Text]" phldr="0"/>
      <dgm:spPr/>
      <dgm:t>
        <a:bodyPr/>
        <a:lstStyle/>
        <a:p>
          <a:pPr rtl="0"/>
          <a:r>
            <a:rPr lang="en-US"/>
            <a:t>Budget Allocation</a:t>
          </a:r>
          <a:endParaRPr lang="en-US" dirty="0">
            <a:latin typeface="Arial"/>
          </a:endParaRPr>
        </a:p>
      </dgm:t>
    </dgm:pt>
    <dgm:pt modelId="{853E7FF4-B651-417C-B940-10CC899F3D89}" type="parTrans" cxnId="{44498070-3C82-44ED-9538-79A873C99070}">
      <dgm:prSet/>
      <dgm:spPr/>
    </dgm:pt>
    <dgm:pt modelId="{FB6C9F70-A18D-4726-A755-3F22EA5D2378}" type="sibTrans" cxnId="{44498070-3C82-44ED-9538-79A873C99070}">
      <dgm:prSet/>
      <dgm:spPr/>
    </dgm:pt>
    <dgm:pt modelId="{454F5B17-62C1-46F6-93EE-DD9B795840EC}">
      <dgm:prSet phldrT="[Text]" phldr="0"/>
      <dgm:spPr/>
      <dgm:t>
        <a:bodyPr/>
        <a:lstStyle/>
        <a:p>
          <a:r>
            <a:rPr lang="en-US">
              <a:latin typeface="Arial"/>
            </a:rPr>
            <a:t> </a:t>
          </a:r>
          <a:r>
            <a:rPr lang="en-US"/>
            <a:t>Optimization Strategy</a:t>
          </a:r>
          <a:endParaRPr lang="en-US" dirty="0"/>
        </a:p>
      </dgm:t>
    </dgm:pt>
    <dgm:pt modelId="{9090A45B-A4A2-488B-9FFC-35256EB5B6FD}" type="parTrans" cxnId="{C981401E-6620-492F-A6C3-91B31C626AEA}">
      <dgm:prSet/>
      <dgm:spPr/>
    </dgm:pt>
    <dgm:pt modelId="{6C489784-7008-4E4C-9198-3E9C7AA8381F}" type="sibTrans" cxnId="{C981401E-6620-492F-A6C3-91B31C626AEA}">
      <dgm:prSet/>
      <dgm:spPr/>
    </dgm:pt>
    <dgm:pt modelId="{7E5FECC9-3A50-4A7D-AB1A-41A4F8861FD2}">
      <dgm:prSet phldrT="[Text]" phldr="0"/>
      <dgm:spPr/>
      <dgm:t>
        <a:bodyPr/>
        <a:lstStyle/>
        <a:p>
          <a:pPr rtl="0"/>
          <a:r>
            <a:rPr lang="en-US" dirty="0"/>
            <a:t>Engagement &amp; CTR </a:t>
          </a:r>
          <a:endParaRPr lang="en-US" dirty="0">
            <a:latin typeface="Arial"/>
          </a:endParaRPr>
        </a:p>
      </dgm:t>
    </dgm:pt>
    <dgm:pt modelId="{F9CF8B2F-603A-425C-8112-37156FA6A61B}" type="parTrans" cxnId="{B97AC0FF-DD10-4DBF-A0D7-4660DD382CE5}">
      <dgm:prSet/>
      <dgm:spPr/>
    </dgm:pt>
    <dgm:pt modelId="{015B31F4-B707-4A5F-96E6-AAD2EB1CE4F2}" type="sibTrans" cxnId="{B97AC0FF-DD10-4DBF-A0D7-4660DD382CE5}">
      <dgm:prSet/>
      <dgm:spPr/>
    </dgm:pt>
    <dgm:pt modelId="{8D7721C8-51C7-4D62-A825-776C95559C7D}" type="pres">
      <dgm:prSet presAssocID="{F17C3518-901A-4963-B339-FEBC2A8B06F2}" presName="Name0" presStyleCnt="0">
        <dgm:presLayoutVars>
          <dgm:dir/>
          <dgm:animLvl val="lvl"/>
          <dgm:resizeHandles val="exact"/>
        </dgm:presLayoutVars>
      </dgm:prSet>
      <dgm:spPr/>
    </dgm:pt>
    <dgm:pt modelId="{23D2E999-C2EC-4109-82B3-974FF20F703A}" type="pres">
      <dgm:prSet presAssocID="{C5B2D3C2-9E7D-406C-9732-A2DB92C054D7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0014F4F8-2D79-4164-A2D1-A05A32D77B6D}" type="pres">
      <dgm:prSet presAssocID="{4BF51345-8D75-4200-B237-4815E9107260}" presName="parTxOnlySpace" presStyleCnt="0"/>
      <dgm:spPr/>
    </dgm:pt>
    <dgm:pt modelId="{E26A37BF-8AD8-4171-8C2D-FF3AEAF43397}" type="pres">
      <dgm:prSet presAssocID="{03CCA6CE-3A94-4943-8218-63A3D39CE2B5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DC68E32D-BFA3-4A1E-B3F6-C07881620287}" type="pres">
      <dgm:prSet presAssocID="{FC7E407E-BBD2-4630-992A-DB85C827EABE}" presName="parTxOnlySpace" presStyleCnt="0"/>
      <dgm:spPr/>
    </dgm:pt>
    <dgm:pt modelId="{8B69901C-A304-4313-B85C-16C6108391AD}" type="pres">
      <dgm:prSet presAssocID="{1057E27A-4D16-41E1-9E6B-DFBB4F59706F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2C259A52-9A3C-4912-AD4B-43D82DEFE5B9}" type="pres">
      <dgm:prSet presAssocID="{2BFA4001-6B15-45FA-9164-FFD9B7509201}" presName="parTxOnlySpace" presStyleCnt="0"/>
      <dgm:spPr/>
    </dgm:pt>
    <dgm:pt modelId="{5E458D8C-454C-44E3-BFBD-9EFD0032603C}" type="pres">
      <dgm:prSet presAssocID="{1D6D587A-62C3-409E-90D8-2BADE1272C1B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037872-0711-4D62-BD53-BDB0D34BB33F}" type="pres">
      <dgm:prSet presAssocID="{FB6C9F70-A18D-4726-A755-3F22EA5D2378}" presName="parTxOnlySpace" presStyleCnt="0"/>
      <dgm:spPr/>
    </dgm:pt>
    <dgm:pt modelId="{24246234-1A94-4C75-AD10-D87AD51DAF97}" type="pres">
      <dgm:prSet presAssocID="{7E5FECC9-3A50-4A7D-AB1A-41A4F8861FD2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1F0FB841-371E-47CD-B6FB-151280B87CC3}" type="pres">
      <dgm:prSet presAssocID="{015B31F4-B707-4A5F-96E6-AAD2EB1CE4F2}" presName="parTxOnlySpace" presStyleCnt="0"/>
      <dgm:spPr/>
    </dgm:pt>
    <dgm:pt modelId="{84D651BA-0996-43C4-8BA5-5D05E5FD5B07}" type="pres">
      <dgm:prSet presAssocID="{454F5B17-62C1-46F6-93EE-DD9B795840EC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C981401E-6620-492F-A6C3-91B31C626AEA}" srcId="{F17C3518-901A-4963-B339-FEBC2A8B06F2}" destId="{454F5B17-62C1-46F6-93EE-DD9B795840EC}" srcOrd="5" destOrd="0" parTransId="{9090A45B-A4A2-488B-9FFC-35256EB5B6FD}" sibTransId="{6C489784-7008-4E4C-9198-3E9C7AA8381F}"/>
    <dgm:cxn modelId="{DBEB3925-B0E1-4FAA-99B5-CBA3F7DAAD04}" type="presOf" srcId="{C5B2D3C2-9E7D-406C-9732-A2DB92C054D7}" destId="{23D2E999-C2EC-4109-82B3-974FF20F703A}" srcOrd="0" destOrd="0" presId="urn:microsoft.com/office/officeart/2005/8/layout/chevron1"/>
    <dgm:cxn modelId="{C1439926-386E-459E-8ABB-E7EF1C2DF263}" type="presOf" srcId="{1D6D587A-62C3-409E-90D8-2BADE1272C1B}" destId="{5E458D8C-454C-44E3-BFBD-9EFD0032603C}" srcOrd="0" destOrd="0" presId="urn:microsoft.com/office/officeart/2005/8/layout/chevron1"/>
    <dgm:cxn modelId="{5ED42739-9686-4328-A192-415E01855318}" srcId="{F17C3518-901A-4963-B339-FEBC2A8B06F2}" destId="{1057E27A-4D16-41E1-9E6B-DFBB4F59706F}" srcOrd="2" destOrd="0" parTransId="{FAF3A111-925F-4695-ABFD-7D8351DFA6A1}" sibTransId="{2BFA4001-6B15-45FA-9164-FFD9B7509201}"/>
    <dgm:cxn modelId="{E0F1243E-DC69-4085-9AA0-2A0E32B4B028}" type="presOf" srcId="{454F5B17-62C1-46F6-93EE-DD9B795840EC}" destId="{84D651BA-0996-43C4-8BA5-5D05E5FD5B07}" srcOrd="0" destOrd="0" presId="urn:microsoft.com/office/officeart/2005/8/layout/chevron1"/>
    <dgm:cxn modelId="{44498070-3C82-44ED-9538-79A873C99070}" srcId="{F17C3518-901A-4963-B339-FEBC2A8B06F2}" destId="{1D6D587A-62C3-409E-90D8-2BADE1272C1B}" srcOrd="3" destOrd="0" parTransId="{853E7FF4-B651-417C-B940-10CC899F3D89}" sibTransId="{FB6C9F70-A18D-4726-A755-3F22EA5D2378}"/>
    <dgm:cxn modelId="{273F5084-B04E-4995-87E0-AAF5F05C8FD4}" srcId="{F17C3518-901A-4963-B339-FEBC2A8B06F2}" destId="{03CCA6CE-3A94-4943-8218-63A3D39CE2B5}" srcOrd="1" destOrd="0" parTransId="{EB03D2E9-3DEE-47EF-952B-FE73EC6D6542}" sibTransId="{FC7E407E-BBD2-4630-992A-DB85C827EABE}"/>
    <dgm:cxn modelId="{7E61CB88-5287-4233-83CE-365FB0031204}" type="presOf" srcId="{7E5FECC9-3A50-4A7D-AB1A-41A4F8861FD2}" destId="{24246234-1A94-4C75-AD10-D87AD51DAF97}" srcOrd="0" destOrd="0" presId="urn:microsoft.com/office/officeart/2005/8/layout/chevron1"/>
    <dgm:cxn modelId="{E6D2059C-22E4-46DB-AA60-76E55988E76A}" type="presOf" srcId="{03CCA6CE-3A94-4943-8218-63A3D39CE2B5}" destId="{E26A37BF-8AD8-4171-8C2D-FF3AEAF43397}" srcOrd="0" destOrd="0" presId="urn:microsoft.com/office/officeart/2005/8/layout/chevron1"/>
    <dgm:cxn modelId="{F80BFBB2-1D3D-4562-A27C-DE02EB51A824}" srcId="{F17C3518-901A-4963-B339-FEBC2A8B06F2}" destId="{C5B2D3C2-9E7D-406C-9732-A2DB92C054D7}" srcOrd="0" destOrd="0" parTransId="{9AA44C0A-BEAE-4885-A781-362A44E1DF92}" sibTransId="{4BF51345-8D75-4200-B237-4815E9107260}"/>
    <dgm:cxn modelId="{442540B7-FBCA-46E6-B0D7-88CFF667C192}" type="presOf" srcId="{F17C3518-901A-4963-B339-FEBC2A8B06F2}" destId="{8D7721C8-51C7-4D62-A825-776C95559C7D}" srcOrd="0" destOrd="0" presId="urn:microsoft.com/office/officeart/2005/8/layout/chevron1"/>
    <dgm:cxn modelId="{6DBB01BB-680B-4E96-A986-965D711D01AD}" type="presOf" srcId="{1057E27A-4D16-41E1-9E6B-DFBB4F59706F}" destId="{8B69901C-A304-4313-B85C-16C6108391AD}" srcOrd="0" destOrd="0" presId="urn:microsoft.com/office/officeart/2005/8/layout/chevron1"/>
    <dgm:cxn modelId="{B97AC0FF-DD10-4DBF-A0D7-4660DD382CE5}" srcId="{F17C3518-901A-4963-B339-FEBC2A8B06F2}" destId="{7E5FECC9-3A50-4A7D-AB1A-41A4F8861FD2}" srcOrd="4" destOrd="0" parTransId="{F9CF8B2F-603A-425C-8112-37156FA6A61B}" sibTransId="{015B31F4-B707-4A5F-96E6-AAD2EB1CE4F2}"/>
    <dgm:cxn modelId="{4F342AE1-2C07-4C61-8F6B-8C5962F20AE9}" type="presParOf" srcId="{8D7721C8-51C7-4D62-A825-776C95559C7D}" destId="{23D2E999-C2EC-4109-82B3-974FF20F703A}" srcOrd="0" destOrd="0" presId="urn:microsoft.com/office/officeart/2005/8/layout/chevron1"/>
    <dgm:cxn modelId="{28C9B8D0-C21A-4511-BE33-04AEC0F0906E}" type="presParOf" srcId="{8D7721C8-51C7-4D62-A825-776C95559C7D}" destId="{0014F4F8-2D79-4164-A2D1-A05A32D77B6D}" srcOrd="1" destOrd="0" presId="urn:microsoft.com/office/officeart/2005/8/layout/chevron1"/>
    <dgm:cxn modelId="{C94C3E88-26F3-4549-9992-1359A8832457}" type="presParOf" srcId="{8D7721C8-51C7-4D62-A825-776C95559C7D}" destId="{E26A37BF-8AD8-4171-8C2D-FF3AEAF43397}" srcOrd="2" destOrd="0" presId="urn:microsoft.com/office/officeart/2005/8/layout/chevron1"/>
    <dgm:cxn modelId="{36AB76EB-546C-4F55-A4BD-2CFBA52EF907}" type="presParOf" srcId="{8D7721C8-51C7-4D62-A825-776C95559C7D}" destId="{DC68E32D-BFA3-4A1E-B3F6-C07881620287}" srcOrd="3" destOrd="0" presId="urn:microsoft.com/office/officeart/2005/8/layout/chevron1"/>
    <dgm:cxn modelId="{EDF944B0-F9CD-4370-9792-AE508E56DC0B}" type="presParOf" srcId="{8D7721C8-51C7-4D62-A825-776C95559C7D}" destId="{8B69901C-A304-4313-B85C-16C6108391AD}" srcOrd="4" destOrd="0" presId="urn:microsoft.com/office/officeart/2005/8/layout/chevron1"/>
    <dgm:cxn modelId="{0041E446-A4A7-4FDB-AD1B-820453E5D967}" type="presParOf" srcId="{8D7721C8-51C7-4D62-A825-776C95559C7D}" destId="{2C259A52-9A3C-4912-AD4B-43D82DEFE5B9}" srcOrd="5" destOrd="0" presId="urn:microsoft.com/office/officeart/2005/8/layout/chevron1"/>
    <dgm:cxn modelId="{E1729DB6-00DE-4043-9984-928542A3F272}" type="presParOf" srcId="{8D7721C8-51C7-4D62-A825-776C95559C7D}" destId="{5E458D8C-454C-44E3-BFBD-9EFD0032603C}" srcOrd="6" destOrd="0" presId="urn:microsoft.com/office/officeart/2005/8/layout/chevron1"/>
    <dgm:cxn modelId="{1E2E423D-EAF1-463B-8C34-DCC891E39893}" type="presParOf" srcId="{8D7721C8-51C7-4D62-A825-776C95559C7D}" destId="{8F037872-0711-4D62-BD53-BDB0D34BB33F}" srcOrd="7" destOrd="0" presId="urn:microsoft.com/office/officeart/2005/8/layout/chevron1"/>
    <dgm:cxn modelId="{09E44D88-1B9D-40DF-A669-BCB307E20BEA}" type="presParOf" srcId="{8D7721C8-51C7-4D62-A825-776C95559C7D}" destId="{24246234-1A94-4C75-AD10-D87AD51DAF97}" srcOrd="8" destOrd="0" presId="urn:microsoft.com/office/officeart/2005/8/layout/chevron1"/>
    <dgm:cxn modelId="{91D12CD9-DA86-40DA-B046-19B3999A18EC}" type="presParOf" srcId="{8D7721C8-51C7-4D62-A825-776C95559C7D}" destId="{1F0FB841-371E-47CD-B6FB-151280B87CC3}" srcOrd="9" destOrd="0" presId="urn:microsoft.com/office/officeart/2005/8/layout/chevron1"/>
    <dgm:cxn modelId="{701A6C72-D1AF-4F0F-89A4-305220C2E82D}" type="presParOf" srcId="{8D7721C8-51C7-4D62-A825-776C95559C7D}" destId="{84D651BA-0996-43C4-8BA5-5D05E5FD5B07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450209-659D-400F-BA90-3D977A1FD5D2}" type="doc">
      <dgm:prSet loTypeId="urn:microsoft.com/office/officeart/2005/8/layout/list1" loCatId="list" qsTypeId="urn:microsoft.com/office/officeart/2005/8/quickstyle/simple1#1" qsCatId="simple" csTypeId="urn:microsoft.com/office/officeart/2005/8/colors/colorful4#1" csCatId="colorful" phldr="1"/>
      <dgm:spPr/>
      <dgm:t>
        <a:bodyPr/>
        <a:lstStyle/>
        <a:p>
          <a:endParaRPr lang="en-US"/>
        </a:p>
      </dgm:t>
    </dgm:pt>
    <dgm:pt modelId="{0FAEDF4D-897F-4250-94E0-6D86AE0DD5EE}">
      <dgm:prSet phldrT="[Text]" phldr="0" custT="1"/>
      <dgm:spPr/>
      <dgm:t>
        <a:bodyPr/>
        <a:lstStyle/>
        <a:p>
          <a:pPr rtl="0"/>
          <a:r>
            <a:rPr lang="en-US" sz="1400">
              <a:latin typeface="Inter Black"/>
              <a:ea typeface="Inter Black"/>
            </a:rPr>
            <a:t>01 | Channel Focus</a:t>
          </a:r>
        </a:p>
      </dgm:t>
    </dgm:pt>
    <dgm:pt modelId="{75E8CF73-736A-40DC-AAD1-808EA28051FA}" type="parTrans" cxnId="{B5B40CF9-A30D-4E5F-ADFE-D06537ACA509}">
      <dgm:prSet/>
      <dgm:spPr/>
      <dgm:t>
        <a:bodyPr/>
        <a:lstStyle/>
        <a:p>
          <a:endParaRPr lang="en-US"/>
        </a:p>
      </dgm:t>
    </dgm:pt>
    <dgm:pt modelId="{3E25A9AA-B57E-4FAA-B711-A232230B1B22}" type="sibTrans" cxnId="{B5B40CF9-A30D-4E5F-ADFE-D06537ACA509}">
      <dgm:prSet/>
      <dgm:spPr/>
      <dgm:t>
        <a:bodyPr/>
        <a:lstStyle/>
        <a:p>
          <a:endParaRPr lang="en-US"/>
        </a:p>
      </dgm:t>
    </dgm:pt>
    <dgm:pt modelId="{93AC2A27-F23C-4820-B483-4248A8E0AB0A}">
      <dgm:prSet phldrT="[Text]" phldr="0" custT="1"/>
      <dgm:spPr/>
      <dgm:t>
        <a:bodyPr/>
        <a:lstStyle/>
        <a:p>
          <a:pPr rtl="0"/>
          <a:r>
            <a:rPr lang="en-US" sz="1200">
              <a:latin typeface="Aptos Display"/>
            </a:rPr>
            <a:t>Prioritize </a:t>
          </a:r>
          <a:r>
            <a:rPr lang="en-US" sz="1200" b="1">
              <a:latin typeface="Aptos Display"/>
            </a:rPr>
            <a:t>Event + Influencer</a:t>
          </a:r>
          <a:r>
            <a:rPr lang="en-US" sz="1200">
              <a:latin typeface="Aptos Display"/>
            </a:rPr>
            <a:t> channels. Events deliver peak ROI (</a:t>
          </a:r>
          <a:r>
            <a:rPr lang="en-US" sz="1200" b="1">
              <a:latin typeface="Aptos Display"/>
            </a:rPr>
            <a:t>164.87</a:t>
          </a:r>
          <a:r>
            <a:rPr lang="en-US" sz="1200">
              <a:latin typeface="Aptos Display"/>
            </a:rPr>
            <a:t>%) and lowest CPA (</a:t>
          </a:r>
          <a:r>
            <a:rPr lang="en-US" sz="1200" b="1">
              <a:latin typeface="Aptos Display"/>
            </a:rPr>
            <a:t>₹46.39</a:t>
          </a:r>
          <a:r>
            <a:rPr lang="en-US" sz="1200">
              <a:latin typeface="Aptos Display"/>
            </a:rPr>
            <a:t>), while Influencer drives maximum conversion scale (</a:t>
          </a:r>
          <a:r>
            <a:rPr lang="en-US" sz="1200" b="1">
              <a:latin typeface="Aptos Display"/>
            </a:rPr>
            <a:t>58.6K</a:t>
          </a:r>
          <a:r>
            <a:rPr lang="en-US" sz="1200">
              <a:latin typeface="Aptos Display"/>
            </a:rPr>
            <a:t>).</a:t>
          </a:r>
        </a:p>
      </dgm:t>
    </dgm:pt>
    <dgm:pt modelId="{7E43CDF3-D58A-4BFD-A704-22FA660999F3}" type="parTrans" cxnId="{48A087AE-FF26-42D8-A0F2-70FFA2EF6F26}">
      <dgm:prSet/>
      <dgm:spPr/>
      <dgm:t>
        <a:bodyPr/>
        <a:lstStyle/>
        <a:p>
          <a:endParaRPr lang="en-US"/>
        </a:p>
      </dgm:t>
    </dgm:pt>
    <dgm:pt modelId="{B5F9876A-1BC8-4D4A-9E0F-C76091CE3319}" type="sibTrans" cxnId="{48A087AE-FF26-42D8-A0F2-70FFA2EF6F26}">
      <dgm:prSet/>
      <dgm:spPr/>
      <dgm:t>
        <a:bodyPr/>
        <a:lstStyle/>
        <a:p>
          <a:endParaRPr lang="en-US"/>
        </a:p>
      </dgm:t>
    </dgm:pt>
    <dgm:pt modelId="{DDEAB5B2-8A3C-45CE-9C88-10E48CDEDB78}">
      <dgm:prSet phldrT="[Text]" phldr="0" custT="1"/>
      <dgm:spPr/>
      <dgm:t>
        <a:bodyPr/>
        <a:lstStyle/>
        <a:p>
          <a:pPr rtl="0"/>
          <a:r>
            <a:rPr lang="en-US" sz="1400" dirty="0">
              <a:latin typeface="Inter Black"/>
              <a:ea typeface="Inter Black"/>
            </a:rPr>
            <a:t>02 | Campaign Duration</a:t>
          </a:r>
        </a:p>
      </dgm:t>
    </dgm:pt>
    <dgm:pt modelId="{DE3B1B61-1686-49C8-B830-FFB9795D09E1}" type="parTrans" cxnId="{1336BBD2-2EEC-4811-A536-2DB47F94D038}">
      <dgm:prSet/>
      <dgm:spPr/>
      <dgm:t>
        <a:bodyPr/>
        <a:lstStyle/>
        <a:p>
          <a:endParaRPr lang="en-US"/>
        </a:p>
      </dgm:t>
    </dgm:pt>
    <dgm:pt modelId="{E7B76AA8-6B50-4F1A-B471-890EB3F525D2}" type="sibTrans" cxnId="{1336BBD2-2EEC-4811-A536-2DB47F94D038}">
      <dgm:prSet/>
      <dgm:spPr/>
      <dgm:t>
        <a:bodyPr/>
        <a:lstStyle/>
        <a:p>
          <a:endParaRPr lang="en-US"/>
        </a:p>
      </dgm:t>
    </dgm:pt>
    <dgm:pt modelId="{4F35EBAB-B005-4147-BE8F-E7033C0DDC19}">
      <dgm:prSet phldrT="[Text]" phldr="0" custT="1"/>
      <dgm:spPr/>
      <dgm:t>
        <a:bodyPr/>
        <a:lstStyle/>
        <a:p>
          <a:pPr rtl="0"/>
          <a:r>
            <a:rPr lang="en-US" sz="1200" dirty="0">
              <a:latin typeface="Aptos Display"/>
              <a:ea typeface="Inter"/>
            </a:rPr>
            <a:t>Adopt </a:t>
          </a:r>
          <a:r>
            <a:rPr lang="en-US" sz="1200" b="1" dirty="0">
              <a:latin typeface="Aptos Display"/>
              <a:ea typeface="Inter"/>
            </a:rPr>
            <a:t>8–15-day lifespans</a:t>
          </a:r>
          <a:r>
            <a:rPr lang="en-US" sz="1200" dirty="0">
              <a:latin typeface="Aptos Display"/>
              <a:ea typeface="Inter"/>
            </a:rPr>
            <a:t> as standard. Medium-duration campaigns achieve </a:t>
          </a:r>
          <a:r>
            <a:rPr lang="en-US" sz="1200" b="1" dirty="0">
              <a:latin typeface="Aptos Display"/>
              <a:ea typeface="Inter"/>
            </a:rPr>
            <a:t>163.6% ROI</a:t>
          </a:r>
          <a:r>
            <a:rPr lang="en-US" sz="1200" dirty="0">
              <a:latin typeface="Aptos Display"/>
              <a:ea typeface="Inter"/>
            </a:rPr>
            <a:t>. Long campaigns (16–30 days) generate volume (</a:t>
          </a:r>
          <a:r>
            <a:rPr lang="en-US" sz="1200" b="1" dirty="0">
              <a:latin typeface="Aptos Display"/>
              <a:ea typeface="Inter"/>
            </a:rPr>
            <a:t>₹14.7M</a:t>
          </a:r>
          <a:r>
            <a:rPr lang="en-US" sz="1200" dirty="0">
              <a:latin typeface="Aptos Display"/>
              <a:ea typeface="Inter"/>
            </a:rPr>
            <a:t>) but suffer diminishing efficiency (</a:t>
          </a:r>
          <a:r>
            <a:rPr lang="en-US" sz="1200" b="1" dirty="0">
              <a:latin typeface="Aptos Display"/>
              <a:ea typeface="Inter"/>
            </a:rPr>
            <a:t>139.4% ROI</a:t>
          </a:r>
          <a:r>
            <a:rPr lang="en-US" sz="1200" dirty="0">
              <a:latin typeface="Aptos Display"/>
              <a:ea typeface="Inter"/>
            </a:rPr>
            <a:t>).</a:t>
          </a:r>
        </a:p>
      </dgm:t>
    </dgm:pt>
    <dgm:pt modelId="{88EC414D-4AC3-4698-BDC4-6D3237E42E30}" type="parTrans" cxnId="{EC52C485-0CD1-4F80-B266-604C539029DA}">
      <dgm:prSet/>
      <dgm:spPr/>
      <dgm:t>
        <a:bodyPr/>
        <a:lstStyle/>
        <a:p>
          <a:endParaRPr lang="en-US"/>
        </a:p>
      </dgm:t>
    </dgm:pt>
    <dgm:pt modelId="{C270BC60-8D8E-4693-A902-FAB397D71EA0}" type="sibTrans" cxnId="{EC52C485-0CD1-4F80-B266-604C539029DA}">
      <dgm:prSet/>
      <dgm:spPr/>
      <dgm:t>
        <a:bodyPr/>
        <a:lstStyle/>
        <a:p>
          <a:endParaRPr lang="en-US"/>
        </a:p>
      </dgm:t>
    </dgm:pt>
    <dgm:pt modelId="{76225766-82D5-4107-9B9E-B3A4C0DE2109}">
      <dgm:prSet phldrT="[Text]" phldr="0" custT="1"/>
      <dgm:spPr/>
      <dgm:t>
        <a:bodyPr/>
        <a:lstStyle/>
        <a:p>
          <a:pPr rtl="0"/>
          <a:r>
            <a:rPr lang="en-US" sz="1400" dirty="0">
              <a:latin typeface="Inter Black"/>
              <a:ea typeface="Inter Black"/>
            </a:rPr>
            <a:t>03 | Seasonal Timing</a:t>
          </a:r>
        </a:p>
      </dgm:t>
    </dgm:pt>
    <dgm:pt modelId="{465A15E6-E1A6-45FF-A15A-9F0F80508FB3}" type="parTrans" cxnId="{4DB73F9D-EB5E-44EA-84B1-53D44B2ACBCA}">
      <dgm:prSet/>
      <dgm:spPr/>
      <dgm:t>
        <a:bodyPr/>
        <a:lstStyle/>
        <a:p>
          <a:endParaRPr lang="en-US"/>
        </a:p>
      </dgm:t>
    </dgm:pt>
    <dgm:pt modelId="{48CCB351-A914-445F-AC10-019E883E5262}" type="sibTrans" cxnId="{4DB73F9D-EB5E-44EA-84B1-53D44B2ACBCA}">
      <dgm:prSet/>
      <dgm:spPr/>
      <dgm:t>
        <a:bodyPr/>
        <a:lstStyle/>
        <a:p>
          <a:endParaRPr lang="en-US"/>
        </a:p>
      </dgm:t>
    </dgm:pt>
    <dgm:pt modelId="{FA92D3E6-917F-4ED2-8049-D86726DA2E81}">
      <dgm:prSet phldrT="[Text]" phldr="0" custT="1"/>
      <dgm:spPr/>
      <dgm:t>
        <a:bodyPr/>
        <a:lstStyle/>
        <a:p>
          <a:r>
            <a:rPr lang="en-US" sz="1200">
              <a:latin typeface="Aptos Display"/>
            </a:rPr>
            <a:t>Concentrate incremental spend in stronger months—particularly June</a:t>
          </a:r>
          <a:r>
            <a:rPr lang="en-US" sz="1200" b="0">
              <a:latin typeface="Aptos Display"/>
            </a:rPr>
            <a:t>, January, and December—while reducing exposure during weaker revenue/ROI periods. Treat festive peaks as test </a:t>
          </a:r>
          <a:r>
            <a:rPr lang="en-US" sz="1200">
              <a:latin typeface="Aptos Display"/>
            </a:rPr>
            <a:t>opportunities, not automatic budget priorities.</a:t>
          </a:r>
          <a:endParaRPr lang="en-US"/>
        </a:p>
      </dgm:t>
    </dgm:pt>
    <dgm:pt modelId="{12540CE1-D558-4189-B3A1-5E9F60794393}" type="parTrans" cxnId="{A57ABBB9-14D1-4435-BE7A-FCF8DDEE2B59}">
      <dgm:prSet/>
      <dgm:spPr/>
      <dgm:t>
        <a:bodyPr/>
        <a:lstStyle/>
        <a:p>
          <a:endParaRPr lang="en-US"/>
        </a:p>
      </dgm:t>
    </dgm:pt>
    <dgm:pt modelId="{41D3986C-45E2-46C0-9E70-11BE62B4D19A}" type="sibTrans" cxnId="{A57ABBB9-14D1-4435-BE7A-FCF8DDEE2B59}">
      <dgm:prSet/>
      <dgm:spPr/>
      <dgm:t>
        <a:bodyPr/>
        <a:lstStyle/>
        <a:p>
          <a:endParaRPr lang="en-US"/>
        </a:p>
      </dgm:t>
    </dgm:pt>
    <dgm:pt modelId="{04FDF3BD-B03B-469E-AD53-ED5FD03F5C17}">
      <dgm:prSet phldrT="[Text]" phldr="0" custT="1"/>
      <dgm:spPr/>
      <dgm:t>
        <a:bodyPr/>
        <a:lstStyle/>
        <a:p>
          <a:pPr rtl="0"/>
          <a:r>
            <a:rPr lang="en-US" sz="1400" dirty="0">
              <a:latin typeface="Inter Black"/>
              <a:ea typeface="Inter Black"/>
            </a:rPr>
            <a:t>04 | Social Media Optimization</a:t>
          </a:r>
        </a:p>
      </dgm:t>
    </dgm:pt>
    <dgm:pt modelId="{74D12F37-158F-4F06-9245-B420A9BBDAA3}" type="parTrans" cxnId="{54EF5CA5-E26F-485C-ABA3-70C5FF326F0B}">
      <dgm:prSet/>
      <dgm:spPr/>
      <dgm:t>
        <a:bodyPr/>
        <a:lstStyle/>
        <a:p>
          <a:endParaRPr lang="en-US"/>
        </a:p>
      </dgm:t>
    </dgm:pt>
    <dgm:pt modelId="{A8603E67-DFCD-4656-BA58-D659F92D68C4}" type="sibTrans" cxnId="{54EF5CA5-E26F-485C-ABA3-70C5FF326F0B}">
      <dgm:prSet/>
      <dgm:spPr/>
      <dgm:t>
        <a:bodyPr/>
        <a:lstStyle/>
        <a:p>
          <a:endParaRPr lang="en-US"/>
        </a:p>
      </dgm:t>
    </dgm:pt>
    <dgm:pt modelId="{E3F384CD-0371-4D01-921F-ACC7147B2212}">
      <dgm:prSet phldrT="[Text]" phldr="0" custT="1"/>
      <dgm:spPr/>
      <dgm:t>
        <a:bodyPr/>
        <a:lstStyle/>
        <a:p>
          <a:pPr rtl="0"/>
          <a:r>
            <a:rPr lang="en-US" sz="1200" dirty="0">
              <a:latin typeface="Aptos Display"/>
            </a:rPr>
            <a:t>Bridge the gap between high CTR (</a:t>
          </a:r>
          <a:r>
            <a:rPr lang="en-US" sz="1200" b="1" dirty="0">
              <a:latin typeface="Aptos Display"/>
            </a:rPr>
            <a:t>9.68</a:t>
          </a:r>
          <a:r>
            <a:rPr lang="en-US" sz="1200" dirty="0">
              <a:latin typeface="Aptos Display"/>
            </a:rPr>
            <a:t>%) and profitability by streamlining mobile landing pages, eliminating checkout friction, and deploying high-converting CTA offers.</a:t>
          </a:r>
        </a:p>
      </dgm:t>
    </dgm:pt>
    <dgm:pt modelId="{78DDCD4C-0891-4609-9590-11EDE0D20684}" type="parTrans" cxnId="{175B8547-AEDF-464A-8B75-C801ACFCD6AE}">
      <dgm:prSet/>
      <dgm:spPr/>
      <dgm:t>
        <a:bodyPr/>
        <a:lstStyle/>
        <a:p>
          <a:endParaRPr lang="en-US"/>
        </a:p>
      </dgm:t>
    </dgm:pt>
    <dgm:pt modelId="{031B0AAC-F98A-468F-BB0D-8F7ADF3A29AC}" type="sibTrans" cxnId="{175B8547-AEDF-464A-8B75-C801ACFCD6AE}">
      <dgm:prSet/>
      <dgm:spPr/>
      <dgm:t>
        <a:bodyPr/>
        <a:lstStyle/>
        <a:p>
          <a:endParaRPr lang="en-US"/>
        </a:p>
      </dgm:t>
    </dgm:pt>
    <dgm:pt modelId="{BB18DE05-959F-431D-966F-89CB07A59035}">
      <dgm:prSet phldrT="[Text]" phldr="0" custT="1"/>
      <dgm:spPr/>
      <dgm:t>
        <a:bodyPr/>
        <a:lstStyle/>
        <a:p>
          <a:pPr rtl="0"/>
          <a:r>
            <a:rPr lang="en-US" sz="1400" dirty="0">
              <a:latin typeface="Inter Black"/>
              <a:ea typeface="Inter Black"/>
            </a:rPr>
            <a:t>05 | Conversion Efficiency</a:t>
          </a:r>
        </a:p>
      </dgm:t>
    </dgm:pt>
    <dgm:pt modelId="{EF6BC333-B64D-49CB-8E8A-6CCA61269411}" type="parTrans" cxnId="{9EEA79B6-F6ED-4931-86EB-F5BFE6B1AD9E}">
      <dgm:prSet/>
      <dgm:spPr/>
      <dgm:t>
        <a:bodyPr/>
        <a:lstStyle/>
        <a:p>
          <a:endParaRPr lang="en-US"/>
        </a:p>
      </dgm:t>
    </dgm:pt>
    <dgm:pt modelId="{D5A6FA07-EAC0-4A75-8AA6-523DABCDDC5A}" type="sibTrans" cxnId="{9EEA79B6-F6ED-4931-86EB-F5BFE6B1AD9E}">
      <dgm:prSet/>
      <dgm:spPr/>
      <dgm:t>
        <a:bodyPr/>
        <a:lstStyle/>
        <a:p>
          <a:endParaRPr lang="en-US"/>
        </a:p>
      </dgm:t>
    </dgm:pt>
    <dgm:pt modelId="{8E40E975-F614-4031-A56A-6477C3885293}">
      <dgm:prSet phldrT="[Text]" phldr="0" custT="1"/>
      <dgm:spPr/>
      <dgm:t>
        <a:bodyPr/>
        <a:lstStyle/>
        <a:p>
          <a:r>
            <a:rPr lang="en-US" sz="1200" b="1" dirty="0">
              <a:latin typeface="Aptos Display"/>
            </a:rPr>
            <a:t>Scale high-volume campaigns with strong conversion rates and efficient acquisition costs.</a:t>
          </a:r>
          <a:r>
            <a:rPr lang="en-US" sz="1200" b="0" dirty="0">
              <a:latin typeface="Aptos Display"/>
            </a:rPr>
            <a:t> </a:t>
          </a:r>
          <a:r>
            <a:rPr lang="en-US" sz="1200" b="1" dirty="0">
              <a:latin typeface="Aptos Display"/>
            </a:rPr>
            <a:t>CMP0822 – Aura Fest (1,709 leads; 39.73% CVR; ₹1.74 CPA), CMP0726 – Bliss Drive (1,845; 39.35%; ₹3.56), and CMP0785 – Bliss Drop (1,731; 38.01%; ₹1.73)</a:t>
          </a:r>
          <a:r>
            <a:rPr lang="en-US" sz="1200" b="0" dirty="0">
              <a:latin typeface="Aptos Display"/>
            </a:rPr>
            <a:t> demonstrate the strong balance of conversion scale and cost efficiency</a:t>
          </a:r>
          <a:r>
            <a:rPr lang="en-US" sz="1200" dirty="0">
              <a:latin typeface="Aptos Display"/>
            </a:rPr>
            <a:t>.</a:t>
          </a:r>
        </a:p>
      </dgm:t>
    </dgm:pt>
    <dgm:pt modelId="{003BE542-54D0-4A63-8D61-5CEBF722DF67}" type="parTrans" cxnId="{3D74FE14-9DA6-4D54-AC5D-E019D6539832}">
      <dgm:prSet/>
      <dgm:spPr/>
    </dgm:pt>
    <dgm:pt modelId="{3BBEFD7E-D824-4FA2-9568-2A6D943C380A}" type="sibTrans" cxnId="{3D74FE14-9DA6-4D54-AC5D-E019D6539832}">
      <dgm:prSet/>
      <dgm:spPr/>
    </dgm:pt>
    <dgm:pt modelId="{D1C50255-3211-4D5F-A34D-94828174A231}" type="pres">
      <dgm:prSet presAssocID="{A3450209-659D-400F-BA90-3D977A1FD5D2}" presName="linear" presStyleCnt="0">
        <dgm:presLayoutVars>
          <dgm:dir/>
          <dgm:animLvl val="lvl"/>
          <dgm:resizeHandles val="exact"/>
        </dgm:presLayoutVars>
      </dgm:prSet>
      <dgm:spPr/>
    </dgm:pt>
    <dgm:pt modelId="{71B86E98-284C-4CE0-9C93-D0D2EAF23CF7}" type="pres">
      <dgm:prSet presAssocID="{0FAEDF4D-897F-4250-94E0-6D86AE0DD5EE}" presName="parentLin" presStyleCnt="0"/>
      <dgm:spPr/>
    </dgm:pt>
    <dgm:pt modelId="{113D48F9-69FF-4A88-9FC8-4D8D969F83E3}" type="pres">
      <dgm:prSet presAssocID="{0FAEDF4D-897F-4250-94E0-6D86AE0DD5EE}" presName="parentLeftMargin" presStyleLbl="node1" presStyleIdx="0" presStyleCnt="5"/>
      <dgm:spPr/>
    </dgm:pt>
    <dgm:pt modelId="{33F6BD70-05A3-47CD-9239-DE4FCFBE42B0}" type="pres">
      <dgm:prSet presAssocID="{0FAEDF4D-897F-4250-94E0-6D86AE0DD5E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81D1D66-A13E-4C8F-83CE-F84B5B922749}" type="pres">
      <dgm:prSet presAssocID="{0FAEDF4D-897F-4250-94E0-6D86AE0DD5EE}" presName="negativeSpace" presStyleCnt="0"/>
      <dgm:spPr/>
    </dgm:pt>
    <dgm:pt modelId="{76C4FCF9-655E-41AA-BA19-DADE13E8AA31}" type="pres">
      <dgm:prSet presAssocID="{0FAEDF4D-897F-4250-94E0-6D86AE0DD5EE}" presName="childText" presStyleLbl="conFgAcc1" presStyleIdx="0" presStyleCnt="5">
        <dgm:presLayoutVars>
          <dgm:bulletEnabled val="1"/>
        </dgm:presLayoutVars>
      </dgm:prSet>
      <dgm:spPr/>
    </dgm:pt>
    <dgm:pt modelId="{CE3B21BE-68E7-491E-84F2-B9080FB29AF4}" type="pres">
      <dgm:prSet presAssocID="{3E25A9AA-B57E-4FAA-B711-A232230B1B22}" presName="spaceBetweenRectangles" presStyleCnt="0"/>
      <dgm:spPr/>
    </dgm:pt>
    <dgm:pt modelId="{4846B7B3-09F0-4EED-B7F8-D3DD8885E361}" type="pres">
      <dgm:prSet presAssocID="{DDEAB5B2-8A3C-45CE-9C88-10E48CDEDB78}" presName="parentLin" presStyleCnt="0"/>
      <dgm:spPr/>
    </dgm:pt>
    <dgm:pt modelId="{994C7DA0-E7DB-43FB-888E-6F8840A349DB}" type="pres">
      <dgm:prSet presAssocID="{DDEAB5B2-8A3C-45CE-9C88-10E48CDEDB78}" presName="parentLeftMargin" presStyleLbl="node1" presStyleIdx="0" presStyleCnt="5"/>
      <dgm:spPr/>
    </dgm:pt>
    <dgm:pt modelId="{C2357E1E-EA06-469C-9956-49E719C15896}" type="pres">
      <dgm:prSet presAssocID="{DDEAB5B2-8A3C-45CE-9C88-10E48CDEDB7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9CD7027-7981-4AF2-930B-1F6BE134E47B}" type="pres">
      <dgm:prSet presAssocID="{DDEAB5B2-8A3C-45CE-9C88-10E48CDEDB78}" presName="negativeSpace" presStyleCnt="0"/>
      <dgm:spPr/>
    </dgm:pt>
    <dgm:pt modelId="{5D547ACA-CBC4-4D3F-9B33-485C97DF1587}" type="pres">
      <dgm:prSet presAssocID="{DDEAB5B2-8A3C-45CE-9C88-10E48CDEDB78}" presName="childText" presStyleLbl="conFgAcc1" presStyleIdx="1" presStyleCnt="5">
        <dgm:presLayoutVars>
          <dgm:bulletEnabled val="1"/>
        </dgm:presLayoutVars>
      </dgm:prSet>
      <dgm:spPr/>
    </dgm:pt>
    <dgm:pt modelId="{22AF647A-5871-4180-8635-6DDE14850198}" type="pres">
      <dgm:prSet presAssocID="{E7B76AA8-6B50-4F1A-B471-890EB3F525D2}" presName="spaceBetweenRectangles" presStyleCnt="0"/>
      <dgm:spPr/>
    </dgm:pt>
    <dgm:pt modelId="{67FA7854-ED15-4968-B706-84E4DD86888B}" type="pres">
      <dgm:prSet presAssocID="{76225766-82D5-4107-9B9E-B3A4C0DE2109}" presName="parentLin" presStyleCnt="0"/>
      <dgm:spPr/>
    </dgm:pt>
    <dgm:pt modelId="{21854529-DDC7-422F-AD89-DF17E5DA0090}" type="pres">
      <dgm:prSet presAssocID="{76225766-82D5-4107-9B9E-B3A4C0DE2109}" presName="parentLeftMargin" presStyleLbl="node1" presStyleIdx="1" presStyleCnt="5"/>
      <dgm:spPr/>
    </dgm:pt>
    <dgm:pt modelId="{FFDB168E-1D8E-4C62-891F-0F2717AAA48A}" type="pres">
      <dgm:prSet presAssocID="{76225766-82D5-4107-9B9E-B3A4C0DE210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484124F-F157-425A-B180-DE6E73F5A6C6}" type="pres">
      <dgm:prSet presAssocID="{76225766-82D5-4107-9B9E-B3A4C0DE2109}" presName="negativeSpace" presStyleCnt="0"/>
      <dgm:spPr/>
    </dgm:pt>
    <dgm:pt modelId="{F186667D-382B-4B0F-95CE-D14C84A8F879}" type="pres">
      <dgm:prSet presAssocID="{76225766-82D5-4107-9B9E-B3A4C0DE2109}" presName="childText" presStyleLbl="conFgAcc1" presStyleIdx="2" presStyleCnt="5">
        <dgm:presLayoutVars>
          <dgm:bulletEnabled val="1"/>
        </dgm:presLayoutVars>
      </dgm:prSet>
      <dgm:spPr/>
    </dgm:pt>
    <dgm:pt modelId="{2F00500E-7CC4-4F45-B91B-E43A0ECC7C9C}" type="pres">
      <dgm:prSet presAssocID="{48CCB351-A914-445F-AC10-019E883E5262}" presName="spaceBetweenRectangles" presStyleCnt="0"/>
      <dgm:spPr/>
    </dgm:pt>
    <dgm:pt modelId="{739442C0-A86E-4919-9922-7505E40687B8}" type="pres">
      <dgm:prSet presAssocID="{04FDF3BD-B03B-469E-AD53-ED5FD03F5C17}" presName="parentLin" presStyleCnt="0"/>
      <dgm:spPr/>
    </dgm:pt>
    <dgm:pt modelId="{0328C3E9-5048-429F-A350-7F669025286A}" type="pres">
      <dgm:prSet presAssocID="{04FDF3BD-B03B-469E-AD53-ED5FD03F5C17}" presName="parentLeftMargin" presStyleLbl="node1" presStyleIdx="2" presStyleCnt="5"/>
      <dgm:spPr/>
    </dgm:pt>
    <dgm:pt modelId="{0E485F52-B957-42CE-AE23-D52F3725C1FC}" type="pres">
      <dgm:prSet presAssocID="{04FDF3BD-B03B-469E-AD53-ED5FD03F5C1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04E3900-AAD1-40CD-9DA5-C45357332BE0}" type="pres">
      <dgm:prSet presAssocID="{04FDF3BD-B03B-469E-AD53-ED5FD03F5C17}" presName="negativeSpace" presStyleCnt="0"/>
      <dgm:spPr/>
    </dgm:pt>
    <dgm:pt modelId="{D984476C-C0B5-4581-A7D5-953C8E7CAA34}" type="pres">
      <dgm:prSet presAssocID="{04FDF3BD-B03B-469E-AD53-ED5FD03F5C17}" presName="childText" presStyleLbl="conFgAcc1" presStyleIdx="3" presStyleCnt="5">
        <dgm:presLayoutVars>
          <dgm:bulletEnabled val="1"/>
        </dgm:presLayoutVars>
      </dgm:prSet>
      <dgm:spPr/>
    </dgm:pt>
    <dgm:pt modelId="{DF62C8CC-CF5F-45B3-BB60-73CD48E09D86}" type="pres">
      <dgm:prSet presAssocID="{A8603E67-DFCD-4656-BA58-D659F92D68C4}" presName="spaceBetweenRectangles" presStyleCnt="0"/>
      <dgm:spPr/>
    </dgm:pt>
    <dgm:pt modelId="{F56E2033-C563-4840-A246-719B652AE0CE}" type="pres">
      <dgm:prSet presAssocID="{BB18DE05-959F-431D-966F-89CB07A59035}" presName="parentLin" presStyleCnt="0"/>
      <dgm:spPr/>
    </dgm:pt>
    <dgm:pt modelId="{351C5CFC-2B7A-4941-B839-11EA8FB80A15}" type="pres">
      <dgm:prSet presAssocID="{BB18DE05-959F-431D-966F-89CB07A59035}" presName="parentLeftMargin" presStyleLbl="node1" presStyleIdx="3" presStyleCnt="5"/>
      <dgm:spPr/>
    </dgm:pt>
    <dgm:pt modelId="{0CEF85AE-76E3-4D65-8017-276BFB6F7238}" type="pres">
      <dgm:prSet presAssocID="{BB18DE05-959F-431D-966F-89CB07A5903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7DA17A8-A5DA-4D9C-B226-8B7021E4A74E}" type="pres">
      <dgm:prSet presAssocID="{BB18DE05-959F-431D-966F-89CB07A59035}" presName="negativeSpace" presStyleCnt="0"/>
      <dgm:spPr/>
    </dgm:pt>
    <dgm:pt modelId="{53DAA7D0-60C7-4142-A8F8-18F21922EB63}" type="pres">
      <dgm:prSet presAssocID="{BB18DE05-959F-431D-966F-89CB07A5903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BAA9014-1368-4B66-9824-D61FC47CF826}" type="presOf" srcId="{4F35EBAB-B005-4147-BE8F-E7033C0DDC19}" destId="{5D547ACA-CBC4-4D3F-9B33-485C97DF1587}" srcOrd="0" destOrd="0" presId="urn:microsoft.com/office/officeart/2005/8/layout/list1"/>
    <dgm:cxn modelId="{3D74FE14-9DA6-4D54-AC5D-E019D6539832}" srcId="{BB18DE05-959F-431D-966F-89CB07A59035}" destId="{8E40E975-F614-4031-A56A-6477C3885293}" srcOrd="0" destOrd="0" parTransId="{003BE542-54D0-4A63-8D61-5CEBF722DF67}" sibTransId="{3BBEFD7E-D824-4FA2-9568-2A6D943C380A}"/>
    <dgm:cxn modelId="{62F46E29-7D4A-4074-8844-9413F744774B}" type="presOf" srcId="{8E40E975-F614-4031-A56A-6477C3885293}" destId="{53DAA7D0-60C7-4142-A8F8-18F21922EB63}" srcOrd="0" destOrd="0" presId="urn:microsoft.com/office/officeart/2005/8/layout/list1"/>
    <dgm:cxn modelId="{7262742B-2126-4E09-AB79-2DA1861CC965}" type="presOf" srcId="{FA92D3E6-917F-4ED2-8049-D86726DA2E81}" destId="{F186667D-382B-4B0F-95CE-D14C84A8F879}" srcOrd="0" destOrd="0" presId="urn:microsoft.com/office/officeart/2005/8/layout/list1"/>
    <dgm:cxn modelId="{69D27D5E-8CFD-4F85-AC73-8C075C2ECA87}" type="presOf" srcId="{DDEAB5B2-8A3C-45CE-9C88-10E48CDEDB78}" destId="{994C7DA0-E7DB-43FB-888E-6F8840A349DB}" srcOrd="0" destOrd="0" presId="urn:microsoft.com/office/officeart/2005/8/layout/list1"/>
    <dgm:cxn modelId="{175B8547-AEDF-464A-8B75-C801ACFCD6AE}" srcId="{04FDF3BD-B03B-469E-AD53-ED5FD03F5C17}" destId="{E3F384CD-0371-4D01-921F-ACC7147B2212}" srcOrd="0" destOrd="0" parTransId="{78DDCD4C-0891-4609-9590-11EDE0D20684}" sibTransId="{031B0AAC-F98A-468F-BB0D-8F7ADF3A29AC}"/>
    <dgm:cxn modelId="{A7E23148-4591-4D2B-8DA8-CEC164090CCD}" type="presOf" srcId="{0FAEDF4D-897F-4250-94E0-6D86AE0DD5EE}" destId="{113D48F9-69FF-4A88-9FC8-4D8D969F83E3}" srcOrd="0" destOrd="0" presId="urn:microsoft.com/office/officeart/2005/8/layout/list1"/>
    <dgm:cxn modelId="{BC127049-60B2-4A84-B062-C56246C9045D}" type="presOf" srcId="{93AC2A27-F23C-4820-B483-4248A8E0AB0A}" destId="{76C4FCF9-655E-41AA-BA19-DADE13E8AA31}" srcOrd="0" destOrd="0" presId="urn:microsoft.com/office/officeart/2005/8/layout/list1"/>
    <dgm:cxn modelId="{611D0176-497A-4A16-8353-74A2E3AB4344}" type="presOf" srcId="{BB18DE05-959F-431D-966F-89CB07A59035}" destId="{351C5CFC-2B7A-4941-B839-11EA8FB80A15}" srcOrd="0" destOrd="0" presId="urn:microsoft.com/office/officeart/2005/8/layout/list1"/>
    <dgm:cxn modelId="{AC785A76-1E0C-4373-8EBF-23A415F28E25}" type="presOf" srcId="{E3F384CD-0371-4D01-921F-ACC7147B2212}" destId="{D984476C-C0B5-4581-A7D5-953C8E7CAA34}" srcOrd="0" destOrd="0" presId="urn:microsoft.com/office/officeart/2005/8/layout/list1"/>
    <dgm:cxn modelId="{7A290A7E-A107-4F9E-90BC-FA23EE34E2C5}" type="presOf" srcId="{A3450209-659D-400F-BA90-3D977A1FD5D2}" destId="{D1C50255-3211-4D5F-A34D-94828174A231}" srcOrd="0" destOrd="0" presId="urn:microsoft.com/office/officeart/2005/8/layout/list1"/>
    <dgm:cxn modelId="{EC52C485-0CD1-4F80-B266-604C539029DA}" srcId="{DDEAB5B2-8A3C-45CE-9C88-10E48CDEDB78}" destId="{4F35EBAB-B005-4147-BE8F-E7033C0DDC19}" srcOrd="0" destOrd="0" parTransId="{88EC414D-4AC3-4698-BDC4-6D3237E42E30}" sibTransId="{C270BC60-8D8E-4693-A902-FAB397D71EA0}"/>
    <dgm:cxn modelId="{7FC85F8D-E29A-46E9-8CF9-5DC8437F29B9}" type="presOf" srcId="{04FDF3BD-B03B-469E-AD53-ED5FD03F5C17}" destId="{0E485F52-B957-42CE-AE23-D52F3725C1FC}" srcOrd="1" destOrd="0" presId="urn:microsoft.com/office/officeart/2005/8/layout/list1"/>
    <dgm:cxn modelId="{ECBCBA9C-9B72-48D7-A04E-E1287F8F25F8}" type="presOf" srcId="{BB18DE05-959F-431D-966F-89CB07A59035}" destId="{0CEF85AE-76E3-4D65-8017-276BFB6F7238}" srcOrd="1" destOrd="0" presId="urn:microsoft.com/office/officeart/2005/8/layout/list1"/>
    <dgm:cxn modelId="{4DB73F9D-EB5E-44EA-84B1-53D44B2ACBCA}" srcId="{A3450209-659D-400F-BA90-3D977A1FD5D2}" destId="{76225766-82D5-4107-9B9E-B3A4C0DE2109}" srcOrd="2" destOrd="0" parTransId="{465A15E6-E1A6-45FF-A15A-9F0F80508FB3}" sibTransId="{48CCB351-A914-445F-AC10-019E883E5262}"/>
    <dgm:cxn modelId="{3F7AE7A0-4FC0-4DC3-A348-0269D1EA89AA}" type="presOf" srcId="{DDEAB5B2-8A3C-45CE-9C88-10E48CDEDB78}" destId="{C2357E1E-EA06-469C-9956-49E719C15896}" srcOrd="1" destOrd="0" presId="urn:microsoft.com/office/officeart/2005/8/layout/list1"/>
    <dgm:cxn modelId="{54EF5CA5-E26F-485C-ABA3-70C5FF326F0B}" srcId="{A3450209-659D-400F-BA90-3D977A1FD5D2}" destId="{04FDF3BD-B03B-469E-AD53-ED5FD03F5C17}" srcOrd="3" destOrd="0" parTransId="{74D12F37-158F-4F06-9245-B420A9BBDAA3}" sibTransId="{A8603E67-DFCD-4656-BA58-D659F92D68C4}"/>
    <dgm:cxn modelId="{48A087AE-FF26-42D8-A0F2-70FFA2EF6F26}" srcId="{0FAEDF4D-897F-4250-94E0-6D86AE0DD5EE}" destId="{93AC2A27-F23C-4820-B483-4248A8E0AB0A}" srcOrd="0" destOrd="0" parTransId="{7E43CDF3-D58A-4BFD-A704-22FA660999F3}" sibTransId="{B5F9876A-1BC8-4D4A-9E0F-C76091CE3319}"/>
    <dgm:cxn modelId="{9EEA79B6-F6ED-4931-86EB-F5BFE6B1AD9E}" srcId="{A3450209-659D-400F-BA90-3D977A1FD5D2}" destId="{BB18DE05-959F-431D-966F-89CB07A59035}" srcOrd="4" destOrd="0" parTransId="{EF6BC333-B64D-49CB-8E8A-6CCA61269411}" sibTransId="{D5A6FA07-EAC0-4A75-8AA6-523DABCDDC5A}"/>
    <dgm:cxn modelId="{346CD5B7-B597-416D-A8AE-06F4F916A7E9}" type="presOf" srcId="{76225766-82D5-4107-9B9E-B3A4C0DE2109}" destId="{FFDB168E-1D8E-4C62-891F-0F2717AAA48A}" srcOrd="1" destOrd="0" presId="urn:microsoft.com/office/officeart/2005/8/layout/list1"/>
    <dgm:cxn modelId="{A57ABBB9-14D1-4435-BE7A-FCF8DDEE2B59}" srcId="{76225766-82D5-4107-9B9E-B3A4C0DE2109}" destId="{FA92D3E6-917F-4ED2-8049-D86726DA2E81}" srcOrd="0" destOrd="0" parTransId="{12540CE1-D558-4189-B3A1-5E9F60794393}" sibTransId="{41D3986C-45E2-46C0-9E70-11BE62B4D19A}"/>
    <dgm:cxn modelId="{BE2022BB-3711-4F8E-97E6-B04E60DE2B1D}" type="presOf" srcId="{0FAEDF4D-897F-4250-94E0-6D86AE0DD5EE}" destId="{33F6BD70-05A3-47CD-9239-DE4FCFBE42B0}" srcOrd="1" destOrd="0" presId="urn:microsoft.com/office/officeart/2005/8/layout/list1"/>
    <dgm:cxn modelId="{3BA998C4-EAC3-4F5C-8D12-716D24421222}" type="presOf" srcId="{76225766-82D5-4107-9B9E-B3A4C0DE2109}" destId="{21854529-DDC7-422F-AD89-DF17E5DA0090}" srcOrd="0" destOrd="0" presId="urn:microsoft.com/office/officeart/2005/8/layout/list1"/>
    <dgm:cxn modelId="{1336BBD2-2EEC-4811-A536-2DB47F94D038}" srcId="{A3450209-659D-400F-BA90-3D977A1FD5D2}" destId="{DDEAB5B2-8A3C-45CE-9C88-10E48CDEDB78}" srcOrd="1" destOrd="0" parTransId="{DE3B1B61-1686-49C8-B830-FFB9795D09E1}" sibTransId="{E7B76AA8-6B50-4F1A-B471-890EB3F525D2}"/>
    <dgm:cxn modelId="{AA7D00E3-D1CA-477A-97E3-904A775DD5B2}" type="presOf" srcId="{04FDF3BD-B03B-469E-AD53-ED5FD03F5C17}" destId="{0328C3E9-5048-429F-A350-7F669025286A}" srcOrd="0" destOrd="0" presId="urn:microsoft.com/office/officeart/2005/8/layout/list1"/>
    <dgm:cxn modelId="{B5B40CF9-A30D-4E5F-ADFE-D06537ACA509}" srcId="{A3450209-659D-400F-BA90-3D977A1FD5D2}" destId="{0FAEDF4D-897F-4250-94E0-6D86AE0DD5EE}" srcOrd="0" destOrd="0" parTransId="{75E8CF73-736A-40DC-AAD1-808EA28051FA}" sibTransId="{3E25A9AA-B57E-4FAA-B711-A232230B1B22}"/>
    <dgm:cxn modelId="{473FDA6B-BC6C-4CD3-8066-35BD3DD2AFD5}" type="presParOf" srcId="{D1C50255-3211-4D5F-A34D-94828174A231}" destId="{71B86E98-284C-4CE0-9C93-D0D2EAF23CF7}" srcOrd="0" destOrd="0" presId="urn:microsoft.com/office/officeart/2005/8/layout/list1"/>
    <dgm:cxn modelId="{7FFC732A-DA84-49C0-ABBF-EB14E54B949D}" type="presParOf" srcId="{71B86E98-284C-4CE0-9C93-D0D2EAF23CF7}" destId="{113D48F9-69FF-4A88-9FC8-4D8D969F83E3}" srcOrd="0" destOrd="0" presId="urn:microsoft.com/office/officeart/2005/8/layout/list1"/>
    <dgm:cxn modelId="{2B9916BA-1BE4-4BA9-8245-0C9E5E4DF2B0}" type="presParOf" srcId="{71B86E98-284C-4CE0-9C93-D0D2EAF23CF7}" destId="{33F6BD70-05A3-47CD-9239-DE4FCFBE42B0}" srcOrd="1" destOrd="0" presId="urn:microsoft.com/office/officeart/2005/8/layout/list1"/>
    <dgm:cxn modelId="{B52741A5-47F0-4865-94E1-3957A65D8F64}" type="presParOf" srcId="{D1C50255-3211-4D5F-A34D-94828174A231}" destId="{481D1D66-A13E-4C8F-83CE-F84B5B922749}" srcOrd="1" destOrd="0" presId="urn:microsoft.com/office/officeart/2005/8/layout/list1"/>
    <dgm:cxn modelId="{1236D2D0-F942-42D2-BCB7-4C284A9E1F6E}" type="presParOf" srcId="{D1C50255-3211-4D5F-A34D-94828174A231}" destId="{76C4FCF9-655E-41AA-BA19-DADE13E8AA31}" srcOrd="2" destOrd="0" presId="urn:microsoft.com/office/officeart/2005/8/layout/list1"/>
    <dgm:cxn modelId="{5BBAF4AD-9893-4087-9702-2061781FB909}" type="presParOf" srcId="{D1C50255-3211-4D5F-A34D-94828174A231}" destId="{CE3B21BE-68E7-491E-84F2-B9080FB29AF4}" srcOrd="3" destOrd="0" presId="urn:microsoft.com/office/officeart/2005/8/layout/list1"/>
    <dgm:cxn modelId="{608FD0BA-2268-4730-9FC8-954F80611AC0}" type="presParOf" srcId="{D1C50255-3211-4D5F-A34D-94828174A231}" destId="{4846B7B3-09F0-4EED-B7F8-D3DD8885E361}" srcOrd="4" destOrd="0" presId="urn:microsoft.com/office/officeart/2005/8/layout/list1"/>
    <dgm:cxn modelId="{59CCDDA6-454B-4F67-9481-8EB1D58E2C8F}" type="presParOf" srcId="{4846B7B3-09F0-4EED-B7F8-D3DD8885E361}" destId="{994C7DA0-E7DB-43FB-888E-6F8840A349DB}" srcOrd="0" destOrd="0" presId="urn:microsoft.com/office/officeart/2005/8/layout/list1"/>
    <dgm:cxn modelId="{C75658FA-4B22-4557-A6A8-8DD31BB5B5EF}" type="presParOf" srcId="{4846B7B3-09F0-4EED-B7F8-D3DD8885E361}" destId="{C2357E1E-EA06-469C-9956-49E719C15896}" srcOrd="1" destOrd="0" presId="urn:microsoft.com/office/officeart/2005/8/layout/list1"/>
    <dgm:cxn modelId="{C68ECD67-2DFB-44D3-A7B4-FD52C091A558}" type="presParOf" srcId="{D1C50255-3211-4D5F-A34D-94828174A231}" destId="{B9CD7027-7981-4AF2-930B-1F6BE134E47B}" srcOrd="5" destOrd="0" presId="urn:microsoft.com/office/officeart/2005/8/layout/list1"/>
    <dgm:cxn modelId="{4CF28871-82CA-4FAD-AF9E-3CC767683B08}" type="presParOf" srcId="{D1C50255-3211-4D5F-A34D-94828174A231}" destId="{5D547ACA-CBC4-4D3F-9B33-485C97DF1587}" srcOrd="6" destOrd="0" presId="urn:microsoft.com/office/officeart/2005/8/layout/list1"/>
    <dgm:cxn modelId="{3D4D2849-2C22-4B97-987E-4C710F041ECF}" type="presParOf" srcId="{D1C50255-3211-4D5F-A34D-94828174A231}" destId="{22AF647A-5871-4180-8635-6DDE14850198}" srcOrd="7" destOrd="0" presId="urn:microsoft.com/office/officeart/2005/8/layout/list1"/>
    <dgm:cxn modelId="{0124A02A-D894-46A8-A23E-ACC04A194BFF}" type="presParOf" srcId="{D1C50255-3211-4D5F-A34D-94828174A231}" destId="{67FA7854-ED15-4968-B706-84E4DD86888B}" srcOrd="8" destOrd="0" presId="urn:microsoft.com/office/officeart/2005/8/layout/list1"/>
    <dgm:cxn modelId="{A6F1C5EA-A7B0-4C5C-8553-640F7C4EE1DC}" type="presParOf" srcId="{67FA7854-ED15-4968-B706-84E4DD86888B}" destId="{21854529-DDC7-422F-AD89-DF17E5DA0090}" srcOrd="0" destOrd="0" presId="urn:microsoft.com/office/officeart/2005/8/layout/list1"/>
    <dgm:cxn modelId="{F5E6C0BC-224B-4FCF-95E6-C7BEA58CEEBF}" type="presParOf" srcId="{67FA7854-ED15-4968-B706-84E4DD86888B}" destId="{FFDB168E-1D8E-4C62-891F-0F2717AAA48A}" srcOrd="1" destOrd="0" presId="urn:microsoft.com/office/officeart/2005/8/layout/list1"/>
    <dgm:cxn modelId="{7FBBEB48-C8C4-4F4D-A8E5-DCF7586C917C}" type="presParOf" srcId="{D1C50255-3211-4D5F-A34D-94828174A231}" destId="{B484124F-F157-425A-B180-DE6E73F5A6C6}" srcOrd="9" destOrd="0" presId="urn:microsoft.com/office/officeart/2005/8/layout/list1"/>
    <dgm:cxn modelId="{45FEFE48-54CC-4D4A-B92E-071BC29D8D84}" type="presParOf" srcId="{D1C50255-3211-4D5F-A34D-94828174A231}" destId="{F186667D-382B-4B0F-95CE-D14C84A8F879}" srcOrd="10" destOrd="0" presId="urn:microsoft.com/office/officeart/2005/8/layout/list1"/>
    <dgm:cxn modelId="{674B5FB4-24E4-462B-BE3C-F7833615BF29}" type="presParOf" srcId="{D1C50255-3211-4D5F-A34D-94828174A231}" destId="{2F00500E-7CC4-4F45-B91B-E43A0ECC7C9C}" srcOrd="11" destOrd="0" presId="urn:microsoft.com/office/officeart/2005/8/layout/list1"/>
    <dgm:cxn modelId="{1C2AA7CE-C101-4CC3-A69F-88926F435325}" type="presParOf" srcId="{D1C50255-3211-4D5F-A34D-94828174A231}" destId="{739442C0-A86E-4919-9922-7505E40687B8}" srcOrd="12" destOrd="0" presId="urn:microsoft.com/office/officeart/2005/8/layout/list1"/>
    <dgm:cxn modelId="{0294595A-7D50-4304-8406-3849E2455E0C}" type="presParOf" srcId="{739442C0-A86E-4919-9922-7505E40687B8}" destId="{0328C3E9-5048-429F-A350-7F669025286A}" srcOrd="0" destOrd="0" presId="urn:microsoft.com/office/officeart/2005/8/layout/list1"/>
    <dgm:cxn modelId="{E3A506FD-37D4-4926-BFBE-F0389AA9B87D}" type="presParOf" srcId="{739442C0-A86E-4919-9922-7505E40687B8}" destId="{0E485F52-B957-42CE-AE23-D52F3725C1FC}" srcOrd="1" destOrd="0" presId="urn:microsoft.com/office/officeart/2005/8/layout/list1"/>
    <dgm:cxn modelId="{960BB0C8-72C1-4517-842B-9BE8EFA16E91}" type="presParOf" srcId="{D1C50255-3211-4D5F-A34D-94828174A231}" destId="{004E3900-AAD1-40CD-9DA5-C45357332BE0}" srcOrd="13" destOrd="0" presId="urn:microsoft.com/office/officeart/2005/8/layout/list1"/>
    <dgm:cxn modelId="{1719FC40-6FAF-4C6B-B74C-39E76A8A5DEE}" type="presParOf" srcId="{D1C50255-3211-4D5F-A34D-94828174A231}" destId="{D984476C-C0B5-4581-A7D5-953C8E7CAA34}" srcOrd="14" destOrd="0" presId="urn:microsoft.com/office/officeart/2005/8/layout/list1"/>
    <dgm:cxn modelId="{F3F4F244-17D3-4806-8FBD-C3210E44DB5B}" type="presParOf" srcId="{D1C50255-3211-4D5F-A34D-94828174A231}" destId="{DF62C8CC-CF5F-45B3-BB60-73CD48E09D86}" srcOrd="15" destOrd="0" presId="urn:microsoft.com/office/officeart/2005/8/layout/list1"/>
    <dgm:cxn modelId="{2548FF43-FD9C-40A5-AF19-0F5273E3A1FF}" type="presParOf" srcId="{D1C50255-3211-4D5F-A34D-94828174A231}" destId="{F56E2033-C563-4840-A246-719B652AE0CE}" srcOrd="16" destOrd="0" presId="urn:microsoft.com/office/officeart/2005/8/layout/list1"/>
    <dgm:cxn modelId="{AAB0664F-B799-4111-BFA0-D9E70C08897E}" type="presParOf" srcId="{F56E2033-C563-4840-A246-719B652AE0CE}" destId="{351C5CFC-2B7A-4941-B839-11EA8FB80A15}" srcOrd="0" destOrd="0" presId="urn:microsoft.com/office/officeart/2005/8/layout/list1"/>
    <dgm:cxn modelId="{17CB94A2-3740-4610-A162-E5A6F2BB20E4}" type="presParOf" srcId="{F56E2033-C563-4840-A246-719B652AE0CE}" destId="{0CEF85AE-76E3-4D65-8017-276BFB6F7238}" srcOrd="1" destOrd="0" presId="urn:microsoft.com/office/officeart/2005/8/layout/list1"/>
    <dgm:cxn modelId="{1E134E08-C06E-4736-8F4A-2D7BCFA50240}" type="presParOf" srcId="{D1C50255-3211-4D5F-A34D-94828174A231}" destId="{27DA17A8-A5DA-4D9C-B226-8B7021E4A74E}" srcOrd="17" destOrd="0" presId="urn:microsoft.com/office/officeart/2005/8/layout/list1"/>
    <dgm:cxn modelId="{608017C4-016E-4CAE-8FEF-C565823854B9}" type="presParOf" srcId="{D1C50255-3211-4D5F-A34D-94828174A231}" destId="{53DAA7D0-60C7-4142-A8F8-18F21922EB6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D2E999-C2EC-4109-82B3-974FF20F703A}">
      <dsp:nvSpPr>
        <dsp:cNvPr id="0" name=""/>
        <dsp:cNvSpPr/>
      </dsp:nvSpPr>
      <dsp:spPr>
        <a:xfrm>
          <a:off x="4584" y="1516491"/>
          <a:ext cx="1705317" cy="68212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Campaign Performance </a:t>
          </a:r>
          <a:endParaRPr lang="en-US" sz="1200" kern="1200" dirty="0">
            <a:latin typeface="Arial"/>
          </a:endParaRPr>
        </a:p>
      </dsp:txBody>
      <dsp:txXfrm>
        <a:off x="345647" y="1516491"/>
        <a:ext cx="1023191" cy="682126"/>
      </dsp:txXfrm>
    </dsp:sp>
    <dsp:sp modelId="{E26A37BF-8AD8-4171-8C2D-FF3AEAF43397}">
      <dsp:nvSpPr>
        <dsp:cNvPr id="0" name=""/>
        <dsp:cNvSpPr/>
      </dsp:nvSpPr>
      <dsp:spPr>
        <a:xfrm>
          <a:off x="1539369" y="1516491"/>
          <a:ext cx="1705317" cy="68212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Channel Efficiency </a:t>
          </a:r>
          <a:endParaRPr lang="en-US" sz="1200" kern="1200" dirty="0">
            <a:latin typeface="Arial"/>
          </a:endParaRPr>
        </a:p>
      </dsp:txBody>
      <dsp:txXfrm>
        <a:off x="1880432" y="1516491"/>
        <a:ext cx="1023191" cy="682126"/>
      </dsp:txXfrm>
    </dsp:sp>
    <dsp:sp modelId="{8B69901C-A304-4313-B85C-16C6108391AD}">
      <dsp:nvSpPr>
        <dsp:cNvPr id="0" name=""/>
        <dsp:cNvSpPr/>
      </dsp:nvSpPr>
      <dsp:spPr>
        <a:xfrm>
          <a:off x="3074155" y="1516491"/>
          <a:ext cx="1705317" cy="68212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Lead-to-Conversion</a:t>
          </a:r>
          <a:endParaRPr lang="en-US" sz="1200" kern="1200" dirty="0"/>
        </a:p>
      </dsp:txBody>
      <dsp:txXfrm>
        <a:off x="3415218" y="1516491"/>
        <a:ext cx="1023191" cy="682126"/>
      </dsp:txXfrm>
    </dsp:sp>
    <dsp:sp modelId="{5E458D8C-454C-44E3-BFBD-9EFD0032603C}">
      <dsp:nvSpPr>
        <dsp:cNvPr id="0" name=""/>
        <dsp:cNvSpPr/>
      </dsp:nvSpPr>
      <dsp:spPr>
        <a:xfrm>
          <a:off x="4608941" y="1516491"/>
          <a:ext cx="1705317" cy="68212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Budget Allocation</a:t>
          </a:r>
          <a:endParaRPr lang="en-US" sz="1200" kern="1200" dirty="0">
            <a:latin typeface="Arial"/>
          </a:endParaRPr>
        </a:p>
      </dsp:txBody>
      <dsp:txXfrm>
        <a:off x="4950004" y="1516491"/>
        <a:ext cx="1023191" cy="682126"/>
      </dsp:txXfrm>
    </dsp:sp>
    <dsp:sp modelId="{24246234-1A94-4C75-AD10-D87AD51DAF97}">
      <dsp:nvSpPr>
        <dsp:cNvPr id="0" name=""/>
        <dsp:cNvSpPr/>
      </dsp:nvSpPr>
      <dsp:spPr>
        <a:xfrm>
          <a:off x="6143726" y="1516491"/>
          <a:ext cx="1705317" cy="68212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Engagement &amp; CTR </a:t>
          </a:r>
          <a:endParaRPr lang="en-US" sz="1200" kern="1200" dirty="0">
            <a:latin typeface="Arial"/>
          </a:endParaRPr>
        </a:p>
      </dsp:txBody>
      <dsp:txXfrm>
        <a:off x="6484789" y="1516491"/>
        <a:ext cx="1023191" cy="682126"/>
      </dsp:txXfrm>
    </dsp:sp>
    <dsp:sp modelId="{84D651BA-0996-43C4-8BA5-5D05E5FD5B07}">
      <dsp:nvSpPr>
        <dsp:cNvPr id="0" name=""/>
        <dsp:cNvSpPr/>
      </dsp:nvSpPr>
      <dsp:spPr>
        <a:xfrm>
          <a:off x="7678512" y="1516491"/>
          <a:ext cx="1705317" cy="68212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rial"/>
            </a:rPr>
            <a:t> </a:t>
          </a:r>
          <a:r>
            <a:rPr lang="en-US" sz="1200" kern="1200"/>
            <a:t>Optimization Strategy</a:t>
          </a:r>
          <a:endParaRPr lang="en-US" sz="1200" kern="1200" dirty="0"/>
        </a:p>
      </dsp:txBody>
      <dsp:txXfrm>
        <a:off x="8019575" y="1516491"/>
        <a:ext cx="1023191" cy="6821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4FCF9-655E-41AA-BA19-DADE13E8AA31}">
      <dsp:nvSpPr>
        <dsp:cNvPr id="0" name=""/>
        <dsp:cNvSpPr/>
      </dsp:nvSpPr>
      <dsp:spPr>
        <a:xfrm>
          <a:off x="0" y="215374"/>
          <a:ext cx="11372491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632" tIns="249936" rIns="882632" bIns="85344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ptos Display"/>
            </a:rPr>
            <a:t>Prioritize </a:t>
          </a:r>
          <a:r>
            <a:rPr lang="en-US" sz="1200" b="1" kern="1200">
              <a:latin typeface="Aptos Display"/>
            </a:rPr>
            <a:t>Event + Influencer</a:t>
          </a:r>
          <a:r>
            <a:rPr lang="en-US" sz="1200" kern="1200">
              <a:latin typeface="Aptos Display"/>
            </a:rPr>
            <a:t> channels. Events deliver peak ROI (</a:t>
          </a:r>
          <a:r>
            <a:rPr lang="en-US" sz="1200" b="1" kern="1200">
              <a:latin typeface="Aptos Display"/>
            </a:rPr>
            <a:t>164.87</a:t>
          </a:r>
          <a:r>
            <a:rPr lang="en-US" sz="1200" kern="1200">
              <a:latin typeface="Aptos Display"/>
            </a:rPr>
            <a:t>%) and lowest CPA (</a:t>
          </a:r>
          <a:r>
            <a:rPr lang="en-US" sz="1200" b="1" kern="1200">
              <a:latin typeface="Aptos Display"/>
            </a:rPr>
            <a:t>₹46.39</a:t>
          </a:r>
          <a:r>
            <a:rPr lang="en-US" sz="1200" kern="1200">
              <a:latin typeface="Aptos Display"/>
            </a:rPr>
            <a:t>), while Influencer drives maximum conversion scale (</a:t>
          </a:r>
          <a:r>
            <a:rPr lang="en-US" sz="1200" b="1" kern="1200">
              <a:latin typeface="Aptos Display"/>
            </a:rPr>
            <a:t>58.6K</a:t>
          </a:r>
          <a:r>
            <a:rPr lang="en-US" sz="1200" kern="1200">
              <a:latin typeface="Aptos Display"/>
            </a:rPr>
            <a:t>).</a:t>
          </a:r>
        </a:p>
      </dsp:txBody>
      <dsp:txXfrm>
        <a:off x="0" y="215374"/>
        <a:ext cx="11372491" cy="680400"/>
      </dsp:txXfrm>
    </dsp:sp>
    <dsp:sp modelId="{33F6BD70-05A3-47CD-9239-DE4FCFBE42B0}">
      <dsp:nvSpPr>
        <dsp:cNvPr id="0" name=""/>
        <dsp:cNvSpPr/>
      </dsp:nvSpPr>
      <dsp:spPr>
        <a:xfrm>
          <a:off x="568624" y="38254"/>
          <a:ext cx="7960743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897" tIns="0" rIns="300897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Inter Black"/>
              <a:ea typeface="Inter Black"/>
            </a:rPr>
            <a:t>01 | Channel Focus</a:t>
          </a:r>
        </a:p>
      </dsp:txBody>
      <dsp:txXfrm>
        <a:off x="585917" y="55547"/>
        <a:ext cx="7926157" cy="319654"/>
      </dsp:txXfrm>
    </dsp:sp>
    <dsp:sp modelId="{5D547ACA-CBC4-4D3F-9B33-485C97DF1587}">
      <dsp:nvSpPr>
        <dsp:cNvPr id="0" name=""/>
        <dsp:cNvSpPr/>
      </dsp:nvSpPr>
      <dsp:spPr>
        <a:xfrm>
          <a:off x="0" y="1137694"/>
          <a:ext cx="11372491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1116192"/>
              <a:satOff val="6725"/>
              <a:lumOff val="5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632" tIns="249936" rIns="882632" bIns="85344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ptos Display"/>
              <a:ea typeface="Inter"/>
            </a:rPr>
            <a:t>Adopt </a:t>
          </a:r>
          <a:r>
            <a:rPr lang="en-US" sz="1200" b="1" kern="1200" dirty="0">
              <a:latin typeface="Aptos Display"/>
              <a:ea typeface="Inter"/>
            </a:rPr>
            <a:t>8–15-day lifespans</a:t>
          </a:r>
          <a:r>
            <a:rPr lang="en-US" sz="1200" kern="1200" dirty="0">
              <a:latin typeface="Aptos Display"/>
              <a:ea typeface="Inter"/>
            </a:rPr>
            <a:t> as standard. Medium-duration campaigns achieve </a:t>
          </a:r>
          <a:r>
            <a:rPr lang="en-US" sz="1200" b="1" kern="1200" dirty="0">
              <a:latin typeface="Aptos Display"/>
              <a:ea typeface="Inter"/>
            </a:rPr>
            <a:t>163.6% ROI</a:t>
          </a:r>
          <a:r>
            <a:rPr lang="en-US" sz="1200" kern="1200" dirty="0">
              <a:latin typeface="Aptos Display"/>
              <a:ea typeface="Inter"/>
            </a:rPr>
            <a:t>. Long campaigns (16–30 days) generate volume (</a:t>
          </a:r>
          <a:r>
            <a:rPr lang="en-US" sz="1200" b="1" kern="1200" dirty="0">
              <a:latin typeface="Aptos Display"/>
              <a:ea typeface="Inter"/>
            </a:rPr>
            <a:t>₹14.7M</a:t>
          </a:r>
          <a:r>
            <a:rPr lang="en-US" sz="1200" kern="1200" dirty="0">
              <a:latin typeface="Aptos Display"/>
              <a:ea typeface="Inter"/>
            </a:rPr>
            <a:t>) but suffer diminishing efficiency (</a:t>
          </a:r>
          <a:r>
            <a:rPr lang="en-US" sz="1200" b="1" kern="1200" dirty="0">
              <a:latin typeface="Aptos Display"/>
              <a:ea typeface="Inter"/>
            </a:rPr>
            <a:t>139.4% ROI</a:t>
          </a:r>
          <a:r>
            <a:rPr lang="en-US" sz="1200" kern="1200" dirty="0">
              <a:latin typeface="Aptos Display"/>
              <a:ea typeface="Inter"/>
            </a:rPr>
            <a:t>).</a:t>
          </a:r>
        </a:p>
      </dsp:txBody>
      <dsp:txXfrm>
        <a:off x="0" y="1137694"/>
        <a:ext cx="11372491" cy="680400"/>
      </dsp:txXfrm>
    </dsp:sp>
    <dsp:sp modelId="{C2357E1E-EA06-469C-9956-49E719C15896}">
      <dsp:nvSpPr>
        <dsp:cNvPr id="0" name=""/>
        <dsp:cNvSpPr/>
      </dsp:nvSpPr>
      <dsp:spPr>
        <a:xfrm>
          <a:off x="568624" y="960574"/>
          <a:ext cx="7960743" cy="354240"/>
        </a:xfrm>
        <a:prstGeom prst="roundRect">
          <a:avLst/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897" tIns="0" rIns="300897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Inter Black"/>
              <a:ea typeface="Inter Black"/>
            </a:rPr>
            <a:t>02 | Campaign Duration</a:t>
          </a:r>
        </a:p>
      </dsp:txBody>
      <dsp:txXfrm>
        <a:off x="585917" y="977867"/>
        <a:ext cx="7926157" cy="319654"/>
      </dsp:txXfrm>
    </dsp:sp>
    <dsp:sp modelId="{F186667D-382B-4B0F-95CE-D14C84A8F879}">
      <dsp:nvSpPr>
        <dsp:cNvPr id="0" name=""/>
        <dsp:cNvSpPr/>
      </dsp:nvSpPr>
      <dsp:spPr>
        <a:xfrm>
          <a:off x="0" y="2060014"/>
          <a:ext cx="11372491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632" tIns="249936" rIns="882632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ptos Display"/>
            </a:rPr>
            <a:t>Concentrate incremental spend in stronger months—particularly June</a:t>
          </a:r>
          <a:r>
            <a:rPr lang="en-US" sz="1200" b="0" kern="1200">
              <a:latin typeface="Aptos Display"/>
            </a:rPr>
            <a:t>, January, and December—while reducing exposure during weaker revenue/ROI periods. Treat festive peaks as test </a:t>
          </a:r>
          <a:r>
            <a:rPr lang="en-US" sz="1200" kern="1200">
              <a:latin typeface="Aptos Display"/>
            </a:rPr>
            <a:t>opportunities, not automatic budget priorities.</a:t>
          </a:r>
          <a:endParaRPr lang="en-US" kern="1200"/>
        </a:p>
      </dsp:txBody>
      <dsp:txXfrm>
        <a:off x="0" y="2060014"/>
        <a:ext cx="11372491" cy="680400"/>
      </dsp:txXfrm>
    </dsp:sp>
    <dsp:sp modelId="{FFDB168E-1D8E-4C62-891F-0F2717AAA48A}">
      <dsp:nvSpPr>
        <dsp:cNvPr id="0" name=""/>
        <dsp:cNvSpPr/>
      </dsp:nvSpPr>
      <dsp:spPr>
        <a:xfrm>
          <a:off x="568624" y="1882894"/>
          <a:ext cx="7960743" cy="354240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897" tIns="0" rIns="300897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Inter Black"/>
              <a:ea typeface="Inter Black"/>
            </a:rPr>
            <a:t>03 | Seasonal Timing</a:t>
          </a:r>
        </a:p>
      </dsp:txBody>
      <dsp:txXfrm>
        <a:off x="585917" y="1900187"/>
        <a:ext cx="7926157" cy="319654"/>
      </dsp:txXfrm>
    </dsp:sp>
    <dsp:sp modelId="{D984476C-C0B5-4581-A7D5-953C8E7CAA34}">
      <dsp:nvSpPr>
        <dsp:cNvPr id="0" name=""/>
        <dsp:cNvSpPr/>
      </dsp:nvSpPr>
      <dsp:spPr>
        <a:xfrm>
          <a:off x="0" y="2982334"/>
          <a:ext cx="11372491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3348577"/>
              <a:satOff val="20174"/>
              <a:lumOff val="16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632" tIns="249936" rIns="882632" bIns="85344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ptos Display"/>
            </a:rPr>
            <a:t>Bridge the gap between high CTR (</a:t>
          </a:r>
          <a:r>
            <a:rPr lang="en-US" sz="1200" b="1" kern="1200" dirty="0">
              <a:latin typeface="Aptos Display"/>
            </a:rPr>
            <a:t>9.68</a:t>
          </a:r>
          <a:r>
            <a:rPr lang="en-US" sz="1200" kern="1200" dirty="0">
              <a:latin typeface="Aptos Display"/>
            </a:rPr>
            <a:t>%) and profitability by streamlining mobile landing pages, eliminating checkout friction, and deploying high-converting CTA offers.</a:t>
          </a:r>
        </a:p>
      </dsp:txBody>
      <dsp:txXfrm>
        <a:off x="0" y="2982334"/>
        <a:ext cx="11372491" cy="680400"/>
      </dsp:txXfrm>
    </dsp:sp>
    <dsp:sp modelId="{0E485F52-B957-42CE-AE23-D52F3725C1FC}">
      <dsp:nvSpPr>
        <dsp:cNvPr id="0" name=""/>
        <dsp:cNvSpPr/>
      </dsp:nvSpPr>
      <dsp:spPr>
        <a:xfrm>
          <a:off x="568624" y="2805214"/>
          <a:ext cx="7960743" cy="354240"/>
        </a:xfrm>
        <a:prstGeom prst="roundRect">
          <a:avLst/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897" tIns="0" rIns="300897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Inter Black"/>
              <a:ea typeface="Inter Black"/>
            </a:rPr>
            <a:t>04 | Social Media Optimization</a:t>
          </a:r>
        </a:p>
      </dsp:txBody>
      <dsp:txXfrm>
        <a:off x="585917" y="2822507"/>
        <a:ext cx="7926157" cy="319654"/>
      </dsp:txXfrm>
    </dsp:sp>
    <dsp:sp modelId="{53DAA7D0-60C7-4142-A8F8-18F21922EB63}">
      <dsp:nvSpPr>
        <dsp:cNvPr id="0" name=""/>
        <dsp:cNvSpPr/>
      </dsp:nvSpPr>
      <dsp:spPr>
        <a:xfrm>
          <a:off x="0" y="3904654"/>
          <a:ext cx="11372491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632" tIns="249936" rIns="882632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>
              <a:latin typeface="Aptos Display"/>
            </a:rPr>
            <a:t>Scale high-volume campaigns with strong conversion rates and efficient acquisition costs.</a:t>
          </a:r>
          <a:r>
            <a:rPr lang="en-US" sz="1200" b="0" kern="1200" dirty="0">
              <a:latin typeface="Aptos Display"/>
            </a:rPr>
            <a:t> </a:t>
          </a:r>
          <a:r>
            <a:rPr lang="en-US" sz="1200" b="1" kern="1200" dirty="0">
              <a:latin typeface="Aptos Display"/>
            </a:rPr>
            <a:t>CMP0822 – Aura Fest (1,709 leads; 39.73% CVR; ₹1.74 CPA), CMP0726 – Bliss Drive (1,845; 39.35%; ₹3.56), and CMP0785 – Bliss Drop (1,731; 38.01%; ₹1.73)</a:t>
          </a:r>
          <a:r>
            <a:rPr lang="en-US" sz="1200" b="0" kern="1200" dirty="0">
              <a:latin typeface="Aptos Display"/>
            </a:rPr>
            <a:t> demonstrate the strong balance of conversion scale and cost efficiency</a:t>
          </a:r>
          <a:r>
            <a:rPr lang="en-US" sz="1200" kern="1200" dirty="0">
              <a:latin typeface="Aptos Display"/>
            </a:rPr>
            <a:t>.</a:t>
          </a:r>
        </a:p>
      </dsp:txBody>
      <dsp:txXfrm>
        <a:off x="0" y="3904654"/>
        <a:ext cx="11372491" cy="850500"/>
      </dsp:txXfrm>
    </dsp:sp>
    <dsp:sp modelId="{0CEF85AE-76E3-4D65-8017-276BFB6F7238}">
      <dsp:nvSpPr>
        <dsp:cNvPr id="0" name=""/>
        <dsp:cNvSpPr/>
      </dsp:nvSpPr>
      <dsp:spPr>
        <a:xfrm>
          <a:off x="568624" y="3727534"/>
          <a:ext cx="7960743" cy="35424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897" tIns="0" rIns="300897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Inter Black"/>
              <a:ea typeface="Inter Black"/>
            </a:rPr>
            <a:t>05 | Conversion Efficiency</a:t>
          </a:r>
        </a:p>
      </dsp:txBody>
      <dsp:txXfrm>
        <a:off x="585917" y="3744827"/>
        <a:ext cx="7926157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2.png"/><Relationship Id="rId21" Type="http://schemas.openxmlformats.org/officeDocument/2006/relationships/diagramQuickStyle" Target="../diagrams/quickStyle1.xml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png"/><Relationship Id="rId20" Type="http://schemas.openxmlformats.org/officeDocument/2006/relationships/diagramLayout" Target="../diagrams/layout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microsoft.com/office/2007/relationships/diagramDrawing" Target="../diagrams/drawing1.xml"/><Relationship Id="rId10" Type="http://schemas.openxmlformats.org/officeDocument/2006/relationships/image" Target="../media/image18.png"/><Relationship Id="rId19" Type="http://schemas.openxmlformats.org/officeDocument/2006/relationships/diagramData" Target="../diagrams/data1.xml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chart" Target="../charts/chart1.xml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chart" Target="../charts/chart2.xml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43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34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6496050"/>
            <a:ext cx="11239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4147095"/>
            <a:ext cx="65151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18741" y="6596152"/>
            <a:ext cx="3299783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Skincare Inc. | Executive Board Presentation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660093" y="6596152"/>
            <a:ext cx="1055657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 of 11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76250" y="2187029"/>
            <a:ext cx="6840900" cy="11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GLOWUP MARKETING CAMPAIGN ROI ANALYSIS</a:t>
            </a:r>
            <a:endParaRPr sz="3450">
              <a:solidFill>
                <a:srgbClr val="1E3A8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76250" y="3346995"/>
            <a:ext cx="6515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Strategic Performance Analysis, Channel Profitability &amp; 12-Month Campaign ROI Optimization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76250" y="4356645"/>
            <a:ext cx="3186112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Prepared By: </a:t>
            </a:r>
            <a:r>
              <a:rPr lang="en-US" sz="9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Agamya Jain | Business</a:t>
            </a:r>
            <a:r>
              <a:rPr lang="en-US" sz="9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Analyst</a:t>
            </a:r>
            <a:endParaRPr sz="950"/>
          </a:p>
        </p:txBody>
      </p:sp>
      <p:sp>
        <p:nvSpPr>
          <p:cNvPr id="92" name="Google Shape;92;p13"/>
          <p:cNvSpPr txBox="1"/>
          <p:nvPr/>
        </p:nvSpPr>
        <p:spPr>
          <a:xfrm>
            <a:off x="3805237" y="4356645"/>
            <a:ext cx="31861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Analysis Period: </a:t>
            </a:r>
            <a:r>
              <a:rPr lang="en-US" sz="9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March 2025 – February 2026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76250" y="4813845"/>
            <a:ext cx="31861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Industry / Sector: </a:t>
            </a:r>
            <a:r>
              <a:rPr lang="en-US" sz="9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Beauty &amp; Skincare Startup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805237" y="4813845"/>
            <a:ext cx="31861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Dataset Scope: </a:t>
            </a:r>
            <a:r>
              <a:rPr lang="en-US" sz="9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1,000 Campaigns Across 4 Channels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326575" y="591900"/>
            <a:ext cx="2775900" cy="381000"/>
          </a:xfrm>
          <a:prstGeom prst="roundRect">
            <a:avLst>
              <a:gd name="adj" fmla="val 16667"/>
            </a:avLst>
          </a:prstGeom>
          <a:solidFill>
            <a:srgbClr val="E2EFFF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F46E5"/>
                </a:solidFill>
                <a:latin typeface="Inter Black"/>
                <a:ea typeface="Inter Black"/>
                <a:cs typeface="Inter Black"/>
                <a:sym typeface="Inter Black"/>
              </a:rPr>
              <a:t>EXECUTIVE BUSINESS REPORT</a:t>
            </a:r>
            <a:endParaRPr sz="1100">
              <a:solidFill>
                <a:srgbClr val="4F46E5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8223" y="5919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A84DFE-279F-144B-2DCA-8AF7CE68F6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8810" y="58468"/>
            <a:ext cx="5204460" cy="64912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496050"/>
            <a:ext cx="11239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243905"/>
            <a:ext cx="36195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1243905"/>
            <a:ext cx="36195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243905"/>
            <a:ext cx="3619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476250" y="658177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Marketing Campaign ROI Analysis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804046" y="6596152"/>
            <a:ext cx="911704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2 of 11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76250" y="381000"/>
            <a:ext cx="795099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STRATEGIC PROJECT OBJECTIVES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76250" y="892559"/>
            <a:ext cx="1089354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0" i="0" u="none" strike="noStrike" cap="none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Data-driven roadmap to </a:t>
            </a:r>
            <a:r>
              <a:rPr lang="en-US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improve </a:t>
            </a:r>
            <a:r>
              <a:rPr lang="en-US" b="0" i="0" u="none" strike="noStrike" cap="none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campaign ROI, optimize channel allocation, and scale profitable </a:t>
            </a:r>
            <a:r>
              <a:rPr lang="en-US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campaigns.</a:t>
            </a:r>
            <a:endParaRPr lang="en-US"/>
          </a:p>
        </p:txBody>
      </p:sp>
      <p:sp>
        <p:nvSpPr>
          <p:cNvPr id="117" name="Google Shape;117;p14"/>
          <p:cNvSpPr txBox="1"/>
          <p:nvPr/>
        </p:nvSpPr>
        <p:spPr>
          <a:xfrm>
            <a:off x="1353927" y="1665677"/>
            <a:ext cx="25344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Channel Reallocation</a:t>
            </a:r>
            <a:endParaRPr lang="en-US" sz="1800">
              <a:solidFill>
                <a:srgbClr val="2563EB"/>
              </a:solidFill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76275" y="2434530"/>
            <a:ext cx="321945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Reallocate marketing budgets toward highest-performing channels. Address conversion bottlenecks in digital channels like Social Media while scaling high-ROI Event and Influencer campaigns.</a:t>
            </a:r>
            <a:endParaRPr sz="2000"/>
          </a:p>
        </p:txBody>
      </p:sp>
      <p:sp>
        <p:nvSpPr>
          <p:cNvPr id="121" name="Google Shape;121;p14"/>
          <p:cNvSpPr txBox="1"/>
          <p:nvPr/>
        </p:nvSpPr>
        <p:spPr>
          <a:xfrm>
            <a:off x="5115619" y="1540306"/>
            <a:ext cx="27871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>
                <a:solidFill>
                  <a:srgbClr val="0C8D82"/>
                </a:solidFill>
                <a:latin typeface="Inter"/>
                <a:ea typeface="Inter"/>
                <a:sym typeface="Inter"/>
              </a:rPr>
              <a:t>Identify Most Effective </a:t>
            </a:r>
            <a:r>
              <a:rPr lang="en-US" sz="1800" b="1" dirty="0">
                <a:solidFill>
                  <a:srgbClr val="0C8D82"/>
                </a:solidFill>
                <a:latin typeface="Inter"/>
                <a:ea typeface="Inter"/>
                <a:sym typeface="Inter"/>
              </a:rPr>
              <a:t>Campaigns</a:t>
            </a:r>
            <a:endParaRPr lang="en-US" sz="1800">
              <a:solidFill>
                <a:srgbClr val="0C8D82"/>
              </a:solidFill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4486275" y="2434530"/>
            <a:ext cx="321945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Evaluate 1,000 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campaigns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across Social Media, Influencer, Email, and Events 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to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determine top drivers of conversions, revenue volume, 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and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channel health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.</a:t>
            </a:r>
            <a:endParaRPr lang="en-US"/>
          </a:p>
        </p:txBody>
      </p:sp>
      <p:sp>
        <p:nvSpPr>
          <p:cNvPr id="125" name="Google Shape;125;p14"/>
          <p:cNvSpPr txBox="1"/>
          <p:nvPr/>
        </p:nvSpPr>
        <p:spPr>
          <a:xfrm>
            <a:off x="9027987" y="1560625"/>
            <a:ext cx="268513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>
                <a:solidFill>
                  <a:srgbClr val="1E3A8A"/>
                </a:solidFill>
                <a:latin typeface="Inter"/>
                <a:ea typeface="Inter"/>
                <a:sym typeface="Inter"/>
              </a:rPr>
              <a:t>Calculate ROI for Each Campaign</a:t>
            </a:r>
            <a:endParaRPr lang="en-US" sz="1800"/>
          </a:p>
        </p:txBody>
      </p:sp>
      <p:sp>
        <p:nvSpPr>
          <p:cNvPr id="126" name="Google Shape;126;p14"/>
          <p:cNvSpPr txBox="1"/>
          <p:nvPr/>
        </p:nvSpPr>
        <p:spPr>
          <a:xfrm>
            <a:off x="8296275" y="2434530"/>
            <a:ext cx="321945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Rigorously measure Return on Investment </a:t>
            </a:r>
            <a:r>
              <a:rPr lang="en-US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(ROI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 %), Cost Per Acquisition (CPA), 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and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Click-Through Rates </a:t>
            </a:r>
            <a:r>
              <a:rPr lang="en-US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(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CTR</a:t>
            </a:r>
            <a:r>
              <a:rPr lang="en-US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)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to isolate high performers from margin drags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.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 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4F039D8-124B-5866-A843-0E6B793E62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8611" y="1562819"/>
            <a:ext cx="468704" cy="49745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A8A7C-D191-2F64-E2C1-232210EC3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479" y="1620328"/>
            <a:ext cx="425570" cy="41119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9703E-5DCA-851A-4C35-34F05D86E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69856" y="1562818"/>
            <a:ext cx="569344" cy="497457"/>
          </a:xfrm>
          <a:prstGeom prst="rect">
            <a:avLst/>
          </a:prstGeom>
        </p:spPr>
      </p:pic>
      <p:sp>
        <p:nvSpPr>
          <p:cNvPr id="950" name="TextBox 949">
            <a:extLst>
              <a:ext uri="{FF2B5EF4-FFF2-40B4-BE49-F238E27FC236}">
                <a16:creationId xmlns:a16="http://schemas.microsoft.com/office/drawing/2014/main" id="{D9F008F7-53F8-F55E-CF22-A01826725B43}"/>
              </a:ext>
            </a:extLst>
          </p:cNvPr>
          <p:cNvSpPr txBox="1"/>
          <p:nvPr/>
        </p:nvSpPr>
        <p:spPr>
          <a:xfrm>
            <a:off x="474453" y="5369943"/>
            <a:ext cx="11243095" cy="990015"/>
          </a:xfrm>
          <a:prstGeom prst="rect">
            <a:avLst/>
          </a:prstGeom>
          <a:solidFill>
            <a:srgbClr val="FDFDFD"/>
          </a:solidFill>
          <a:ln w="57150">
            <a:solidFill>
              <a:srgbClr val="2F468C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350"/>
              </a:lnSpc>
            </a:pPr>
            <a:endParaRPr lang="en-US" b="1" dirty="0">
              <a:solidFill>
                <a:schemeClr val="accent4"/>
              </a:solidFill>
              <a:latin typeface="Inter Black"/>
              <a:ea typeface="Inter Black"/>
            </a:endParaRPr>
          </a:p>
          <a:p>
            <a:pPr>
              <a:lnSpc>
                <a:spcPts val="1350"/>
              </a:lnSpc>
            </a:pPr>
            <a:r>
              <a:rPr lang="en-US" sz="1600" b="1" i="0" u="none" strike="noStrike" baseline="0">
                <a:solidFill>
                  <a:srgbClr val="2F468C"/>
                </a:solidFill>
                <a:latin typeface="Inter Black"/>
                <a:ea typeface="Inter Black"/>
              </a:rPr>
              <a:t>Key KPIs Tracked:-</a:t>
            </a:r>
            <a:r>
              <a:rPr lang="en-US" sz="1600" b="0" i="0">
                <a:solidFill>
                  <a:srgbClr val="2F468C"/>
                </a:solidFill>
                <a:latin typeface="Calibri"/>
                <a:ea typeface="Arial"/>
                <a:cs typeface="Arial"/>
              </a:rPr>
              <a:t>​</a:t>
            </a:r>
            <a:r>
              <a:rPr lang="en-US" sz="1600">
                <a:solidFill>
                  <a:srgbClr val="2F468C"/>
                </a:solidFill>
                <a:latin typeface="Calibri"/>
              </a:rPr>
              <a:t> </a:t>
            </a:r>
            <a:endParaRPr lang="en-US" sz="1600">
              <a:solidFill>
                <a:srgbClr val="2F468C"/>
              </a:solidFill>
              <a:latin typeface="Calibri"/>
              <a:ea typeface="Inter"/>
            </a:endParaRPr>
          </a:p>
          <a:p>
            <a:pPr>
              <a:lnSpc>
                <a:spcPts val="1350"/>
              </a:lnSpc>
            </a:pPr>
            <a:endParaRPr lang="en-US" sz="1600" dirty="0">
              <a:solidFill>
                <a:srgbClr val="444444"/>
              </a:solidFill>
              <a:latin typeface="Calibri"/>
              <a:ea typeface="Inter"/>
            </a:endParaRPr>
          </a:p>
          <a:p>
            <a:pPr>
              <a:lnSpc>
                <a:spcPts val="1350"/>
              </a:lnSpc>
            </a:pPr>
            <a:r>
              <a:rPr lang="en-US" sz="1350" b="1">
                <a:solidFill>
                  <a:srgbClr val="475569"/>
                </a:solidFill>
                <a:latin typeface="Inter"/>
                <a:ea typeface="Inter"/>
              </a:rPr>
              <a:t>Revenue Generated​ | Marketing Spend​ | Return on Investment (ROI%)​ | Leads Generated​ | Conversion​ | Cost Per Acquisitions (CPA)​</a:t>
            </a:r>
            <a:endParaRPr lang="en-US" sz="1350" b="1"/>
          </a:p>
          <a:p>
            <a:pPr>
              <a:lnSpc>
                <a:spcPts val="1350"/>
              </a:lnSpc>
            </a:pPr>
            <a:endParaRPr lang="en-US" dirty="0">
              <a:solidFill>
                <a:srgbClr val="475569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496050"/>
            <a:ext cx="11239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243905"/>
            <a:ext cx="3619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1243905"/>
            <a:ext cx="3619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1243905"/>
            <a:ext cx="3619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148905"/>
            <a:ext cx="3619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250" y="3148905"/>
            <a:ext cx="3619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0" y="3148905"/>
            <a:ext cx="3619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476250" y="658177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Marketing Campaign ROI Analysis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0415858" y="6596152"/>
            <a:ext cx="1299892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3 of 11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476250" y="381000"/>
            <a:ext cx="722090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EXECUTIVE PERFORMANCE DASHBOARD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490627" y="820672"/>
            <a:ext cx="1124776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12-Month consolidated campaign performance summary across 1,000 campaigns and 4 marketing channels</a:t>
            </a:r>
            <a:endParaRPr sz="1200"/>
          </a:p>
        </p:txBody>
      </p:sp>
      <p:sp>
        <p:nvSpPr>
          <p:cNvPr id="149" name="Google Shape;149;p15"/>
          <p:cNvSpPr txBox="1"/>
          <p:nvPr/>
        </p:nvSpPr>
        <p:spPr>
          <a:xfrm>
            <a:off x="723450" y="1686817"/>
            <a:ext cx="310038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REVENUE GENERATED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14375" y="1896367"/>
            <a:ext cx="31813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₹25.01M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757507" y="2363092"/>
            <a:ext cx="3181350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₹2.50 Cr Sales Output</a:t>
            </a:r>
            <a:endParaRPr sz="950"/>
          </a:p>
        </p:txBody>
      </p:sp>
      <p:sp>
        <p:nvSpPr>
          <p:cNvPr id="152" name="Google Shape;152;p15"/>
          <p:cNvSpPr txBox="1"/>
          <p:nvPr/>
        </p:nvSpPr>
        <p:spPr>
          <a:xfrm>
            <a:off x="4566698" y="1686817"/>
            <a:ext cx="305276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MARKETING SPEND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4524375" y="1896367"/>
            <a:ext cx="31813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₹10.34M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4567507" y="2363092"/>
            <a:ext cx="3181350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₹1.03 Cr </a:t>
            </a:r>
            <a:r>
              <a:rPr lang="en-US" sz="950">
                <a:solidFill>
                  <a:srgbClr val="475569"/>
                </a:solidFill>
                <a:latin typeface="Inter Medium"/>
                <a:ea typeface="Inter Medium"/>
                <a:sym typeface="Inter Medium"/>
              </a:rPr>
              <a:t>Budget Deployed across Channels</a:t>
            </a:r>
            <a:endParaRPr lang="en-US"/>
          </a:p>
        </p:txBody>
      </p:sp>
      <p:sp>
        <p:nvSpPr>
          <p:cNvPr id="155" name="Google Shape;155;p15"/>
          <p:cNvSpPr txBox="1"/>
          <p:nvPr/>
        </p:nvSpPr>
        <p:spPr>
          <a:xfrm>
            <a:off x="8372025" y="1701194"/>
            <a:ext cx="30718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OVERALL PORTFOLIO ROI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8334375" y="1896367"/>
            <a:ext cx="31813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141.82%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8377507" y="2363092"/>
            <a:ext cx="3181350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r>
              <a:rPr lang="en-US" sz="950">
                <a:solidFill>
                  <a:srgbClr val="475569"/>
                </a:solidFill>
                <a:latin typeface="Inter Medium"/>
                <a:ea typeface="Inter Medium"/>
                <a:sym typeface="Inter Medium"/>
              </a:rPr>
              <a:t>Overall Return on Marketing Spend</a:t>
            </a:r>
            <a:endParaRPr lang="en-US"/>
          </a:p>
        </p:txBody>
      </p:sp>
      <p:sp>
        <p:nvSpPr>
          <p:cNvPr id="158" name="Google Shape;158;p15"/>
          <p:cNvSpPr txBox="1"/>
          <p:nvPr/>
        </p:nvSpPr>
        <p:spPr>
          <a:xfrm>
            <a:off x="742321" y="3591817"/>
            <a:ext cx="305276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LEADS GENERATED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714375" y="3801367"/>
            <a:ext cx="31813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994K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43130" y="4282469"/>
            <a:ext cx="3181350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994,424</a:t>
            </a: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High-Intent Prospects Captured</a:t>
            </a:r>
            <a:endParaRPr sz="950"/>
          </a:p>
        </p:txBody>
      </p:sp>
      <p:sp>
        <p:nvSpPr>
          <p:cNvPr id="161" name="Google Shape;161;p15"/>
          <p:cNvSpPr txBox="1"/>
          <p:nvPr/>
        </p:nvSpPr>
        <p:spPr>
          <a:xfrm>
            <a:off x="4523386" y="3591817"/>
            <a:ext cx="302418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CONVERSIONS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4524375" y="3801367"/>
            <a:ext cx="31813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208K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4524375" y="4268092"/>
            <a:ext cx="3181350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207,614 </a:t>
            </a: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Paying Customers </a:t>
            </a:r>
            <a:r>
              <a:rPr lang="en-US" sz="9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Acquired</a:t>
            </a:r>
            <a:endParaRPr lang="en-US"/>
          </a:p>
        </p:txBody>
      </p:sp>
      <p:sp>
        <p:nvSpPr>
          <p:cNvPr id="164" name="Google Shape;164;p15"/>
          <p:cNvSpPr txBox="1"/>
          <p:nvPr/>
        </p:nvSpPr>
        <p:spPr>
          <a:xfrm>
            <a:off x="8333746" y="3591817"/>
            <a:ext cx="308133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COST PER ACQUISITION (CPA)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8334375" y="3801367"/>
            <a:ext cx="31813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₹49.82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8377507" y="4268092"/>
            <a:ext cx="3181350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Cost</a:t>
            </a: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Per Customer Acquired</a:t>
            </a:r>
            <a:endParaRPr sz="950"/>
          </a:p>
        </p:txBody>
      </p:sp>
      <p:pic>
        <p:nvPicPr>
          <p:cNvPr id="167" name="Google Shape;16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14762" y="1701105"/>
            <a:ext cx="80962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4375" y="238214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577137" y="1701105"/>
            <a:ext cx="128587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24375" y="2382142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406187" y="1701105"/>
            <a:ext cx="109537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334375" y="2382142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767137" y="3606105"/>
            <a:ext cx="128587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548562" y="3606105"/>
            <a:ext cx="157162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415712" y="3606105"/>
            <a:ext cx="100012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334375" y="4287142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B0FA88-EB2C-2307-AD80-627928C282AA}"/>
              </a:ext>
            </a:extLst>
          </p:cNvPr>
          <p:cNvSpPr/>
          <p:nvPr/>
        </p:nvSpPr>
        <p:spPr>
          <a:xfrm>
            <a:off x="470782" y="5337363"/>
            <a:ext cx="1686432" cy="697456"/>
          </a:xfrm>
          <a:prstGeom prst="roundRect">
            <a:avLst/>
          </a:prstGeom>
          <a:solidFill>
            <a:srgbClr val="FDFDFD"/>
          </a:solidFill>
          <a:ln>
            <a:solidFill>
              <a:srgbClr val="66AD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>
                <a:solidFill>
                  <a:srgbClr val="1E3A8A"/>
                </a:solidFill>
                <a:latin typeface="Plus Jakarta Sans ExtraBold"/>
                <a:cs typeface="Plus Jakarta Sans ExtraBold"/>
              </a:rPr>
              <a:t>Analysis Flow:-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48E512B-D7E7-1C12-C685-120AFF7F6C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1710894"/>
              </p:ext>
            </p:extLst>
          </p:nvPr>
        </p:nvGraphicFramePr>
        <p:xfrm>
          <a:off x="2271622" y="3799936"/>
          <a:ext cx="9388414" cy="3715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496050"/>
            <a:ext cx="11239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627" y="1430810"/>
            <a:ext cx="5261037" cy="429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80903" y="1488319"/>
            <a:ext cx="5649224" cy="1264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1063" y="2783971"/>
            <a:ext cx="5628904" cy="1709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80902" y="4528771"/>
            <a:ext cx="5634846" cy="145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476250" y="658177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Marketing Campaign ROI Analysis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0530876" y="6596152"/>
            <a:ext cx="1184874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4 of 11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476250" y="381000"/>
            <a:ext cx="11236588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00">
                <a:solidFill>
                  <a:srgbClr val="1E3A8A"/>
                </a:solidFill>
                <a:latin typeface="Plus Jakarta Sans ExtraBold"/>
                <a:cs typeface="Plus Jakarta Sans ExtraBold"/>
                <a:sym typeface="Plus Jakarta Sans ExtraBold"/>
              </a:rPr>
              <a:t>Q1. Which campaigns delivered the highest ROI?</a:t>
            </a:r>
            <a:endParaRPr lang="en-US"/>
          </a:p>
        </p:txBody>
      </p:sp>
      <p:sp>
        <p:nvSpPr>
          <p:cNvPr id="198" name="Google Shape;198;p16"/>
          <p:cNvSpPr txBox="1"/>
          <p:nvPr/>
        </p:nvSpPr>
        <p:spPr>
          <a:xfrm>
            <a:off x="476250" y="763162"/>
            <a:ext cx="1158743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Evaluating campaign-level profitability to identify star performers and replication benchmarks. </a:t>
            </a:r>
            <a:endParaRPr lang="en-US" sz="1200"/>
          </a:p>
        </p:txBody>
      </p:sp>
      <p:sp>
        <p:nvSpPr>
          <p:cNvPr id="201" name="Google Shape;201;p16"/>
          <p:cNvSpPr txBox="1"/>
          <p:nvPr/>
        </p:nvSpPr>
        <p:spPr>
          <a:xfrm>
            <a:off x="676275" y="1142006"/>
            <a:ext cx="536067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>
                <a:solidFill>
                  <a:srgbClr val="1E3A8A"/>
                </a:solidFill>
                <a:latin typeface="Inter"/>
                <a:ea typeface="Inter"/>
                <a:sym typeface="Inter"/>
              </a:rPr>
              <a:t>Top 10 Campaigns by ROI</a:t>
            </a:r>
            <a:endParaRPr lang="en-US"/>
          </a:p>
        </p:txBody>
      </p:sp>
      <p:sp>
        <p:nvSpPr>
          <p:cNvPr id="202" name="Google Shape;202;p16"/>
          <p:cNvSpPr txBox="1"/>
          <p:nvPr/>
        </p:nvSpPr>
        <p:spPr>
          <a:xfrm>
            <a:off x="6439079" y="1520848"/>
            <a:ext cx="5400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r>
              <a:rPr lang="en-US" sz="1800" b="1">
                <a:solidFill>
                  <a:srgbClr val="0D9488"/>
                </a:solidFill>
                <a:latin typeface="Inter"/>
                <a:ea typeface="Inter"/>
                <a:sym typeface="Inter"/>
              </a:rPr>
              <a:t>Exceptional </a:t>
            </a:r>
            <a:r>
              <a:rPr lang="en-US" sz="1800" b="1">
                <a:solidFill>
                  <a:srgbClr val="0D9488"/>
                </a:solidFill>
                <a:latin typeface="Inter"/>
                <a:ea typeface="Inter"/>
              </a:rPr>
              <a:t>ROI</a:t>
            </a:r>
            <a:r>
              <a:rPr lang="en-US" sz="1800" b="1">
                <a:solidFill>
                  <a:srgbClr val="0D9488"/>
                </a:solidFill>
                <a:latin typeface="Inter"/>
                <a:ea typeface="Inter"/>
                <a:sym typeface="Inter"/>
              </a:rPr>
              <a:t> Leader</a:t>
            </a:r>
            <a:endParaRPr lang="en-US"/>
          </a:p>
        </p:txBody>
      </p:sp>
      <p:sp>
        <p:nvSpPr>
          <p:cNvPr id="203" name="Google Shape;203;p16"/>
          <p:cNvSpPr txBox="1"/>
          <p:nvPr/>
        </p:nvSpPr>
        <p:spPr>
          <a:xfrm>
            <a:off x="6266552" y="1898074"/>
            <a:ext cx="541666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rgbClr val="566375"/>
                </a:solidFill>
                <a:latin typeface="Inter"/>
                <a:ea typeface="Inter"/>
                <a:sym typeface="Inter"/>
              </a:rPr>
              <a:t>CMP0822 – Aura Fest</a:t>
            </a:r>
            <a:r>
              <a:rPr lang="en-US" sz="1200">
                <a:solidFill>
                  <a:srgbClr val="566375"/>
                </a:solidFill>
                <a:latin typeface="Inter"/>
                <a:ea typeface="Inter"/>
                <a:sym typeface="Inter"/>
              </a:rPr>
              <a:t> delivered an exceptional </a:t>
            </a:r>
            <a:r>
              <a:rPr lang="en-US" sz="1200" b="1">
                <a:solidFill>
                  <a:srgbClr val="566375"/>
                </a:solidFill>
                <a:latin typeface="Inter"/>
                <a:ea typeface="Inter"/>
                <a:sym typeface="Inter"/>
              </a:rPr>
              <a:t>9,849.68% ROI</a:t>
            </a:r>
            <a:r>
              <a:rPr lang="en-US" sz="1200">
                <a:solidFill>
                  <a:srgbClr val="566375"/>
                </a:solidFill>
                <a:latin typeface="Inter"/>
                <a:ea typeface="Inter"/>
                <a:sym typeface="Inter"/>
              </a:rPr>
              <a:t>, standing out as a significant portfolio outlier.</a:t>
            </a:r>
            <a:endParaRPr lang="en-US" sz="1200">
              <a:solidFill>
                <a:srgbClr val="566375"/>
              </a:solidFill>
              <a:latin typeface="Inter"/>
              <a:ea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rgbClr val="566375"/>
                </a:solidFill>
                <a:latin typeface="Inter"/>
                <a:ea typeface="Inter"/>
                <a:sym typeface="Inter"/>
              </a:rPr>
              <a:t>Its exceptionally high return warrants deeper review of the campaign's spend base, channel, and execution strategy.</a:t>
            </a:r>
            <a:endParaRPr lang="en-US" sz="1200">
              <a:solidFill>
                <a:srgbClr val="566375"/>
              </a:solidFill>
              <a:latin typeface="Inter"/>
              <a:ea typeface="Inter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6410325" y="2904491"/>
            <a:ext cx="5400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r>
              <a:rPr lang="en-US" sz="1800" b="1">
                <a:solidFill>
                  <a:srgbClr val="7C3AED"/>
                </a:solidFill>
                <a:latin typeface="Inter"/>
                <a:ea typeface="Inter"/>
                <a:sym typeface="Inter"/>
              </a:rPr>
              <a:t>Top Campaign Cluster</a:t>
            </a:r>
            <a:endParaRPr lang="en-US"/>
          </a:p>
        </p:txBody>
      </p:sp>
      <p:sp>
        <p:nvSpPr>
          <p:cNvPr id="205" name="Google Shape;205;p16"/>
          <p:cNvSpPr txBox="1"/>
          <p:nvPr/>
        </p:nvSpPr>
        <p:spPr>
          <a:xfrm>
            <a:off x="6266551" y="3209829"/>
            <a:ext cx="540229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 Four campaigns exceeded 5,000% ROI, led by Bliss Drop (5,889.94%), Glow Offer (5,794.17%), Radiant Boost (5,084.56%), and Pure Launch (5,020.07%).</a:t>
            </a: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The remaining Top 10 campaigns also delivered 3,722.76%–4,958.26% ROI, indicating consistently strong performance among the leading campaigns.</a:t>
            </a: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6395948" y="4561302"/>
            <a:ext cx="492622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r>
              <a:rPr lang="en-US" sz="1800" b="1">
                <a:solidFill>
                  <a:srgbClr val="2563EB"/>
                </a:solidFill>
                <a:latin typeface="Inter"/>
                <a:ea typeface="Inter"/>
                <a:sym typeface="Inter"/>
              </a:rPr>
              <a:t>Portfolio Benchmark </a:t>
            </a:r>
            <a:endParaRPr lang="en-US"/>
          </a:p>
        </p:txBody>
      </p:sp>
      <p:sp>
        <p:nvSpPr>
          <p:cNvPr id="207" name="Google Shape;207;p16"/>
          <p:cNvSpPr txBox="1"/>
          <p:nvPr/>
        </p:nvSpPr>
        <p:spPr>
          <a:xfrm>
            <a:off x="6266551" y="4852263"/>
            <a:ext cx="5402292" cy="113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 The overall portfolio averaged 141.82% ROI, making the Top 10 campaigns significantly more capital-efficient than the portfolio average.</a:t>
            </a: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These campaigns provide replication opportunities, while their exceptionally high returns should be validated for scalability and sustainability</a:t>
            </a: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</p:txBody>
      </p:sp>
      <p:pic>
        <p:nvPicPr>
          <p:cNvPr id="212" name="Google Shape;21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09042" y="1511143"/>
            <a:ext cx="233811" cy="272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623205A-D384-1DA5-98E5-25DAC7DFDA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5141" y="2899912"/>
            <a:ext cx="339305" cy="26741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321B3BF-0A61-DA11-1A1A-2D9F5AAF8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8272" y="4538933"/>
            <a:ext cx="224289" cy="296176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3184ED9-D71B-9DC6-FE55-2310FD720E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6700483"/>
              </p:ext>
            </p:extLst>
          </p:nvPr>
        </p:nvGraphicFramePr>
        <p:xfrm>
          <a:off x="493682" y="1349226"/>
          <a:ext cx="5262113" cy="435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496050"/>
            <a:ext cx="11239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186395"/>
            <a:ext cx="11713952" cy="2459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7050" y="3925540"/>
            <a:ext cx="5434330" cy="177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50940" y="3919597"/>
            <a:ext cx="5460593" cy="176434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7"/>
          <p:cNvSpPr txBox="1"/>
          <p:nvPr/>
        </p:nvSpPr>
        <p:spPr>
          <a:xfrm>
            <a:off x="476250" y="658177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Marketing Campaign ROI Analysis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0260965" y="6602095"/>
            <a:ext cx="1454785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5 of 11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476250" y="280358"/>
            <a:ext cx="11531629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00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Q2. Which channels are most effective in terms of conversions and cost per acquisition?</a:t>
            </a:r>
            <a:endParaRPr lang="en-US"/>
          </a:p>
        </p:txBody>
      </p:sp>
      <p:sp>
        <p:nvSpPr>
          <p:cNvPr id="227" name="Google Shape;227;p17"/>
          <p:cNvSpPr txBox="1"/>
          <p:nvPr/>
        </p:nvSpPr>
        <p:spPr>
          <a:xfrm>
            <a:off x="476250" y="676898"/>
            <a:ext cx="1124129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Quantifying channel efficiency to identify customer volume drivers vs. cost-effective channels</a:t>
            </a:r>
            <a:endParaRPr sz="1200"/>
          </a:p>
        </p:txBody>
      </p:sp>
      <p:graphicFrame>
        <p:nvGraphicFramePr>
          <p:cNvPr id="228" name="Google Shape;228;p17"/>
          <p:cNvGraphicFramePr/>
          <p:nvPr>
            <p:extLst>
              <p:ext uri="{D42A27DB-BD31-4B8C-83A1-F6EECF244321}">
                <p14:modId xmlns:p14="http://schemas.microsoft.com/office/powerpoint/2010/main" val="3157251438"/>
              </p:ext>
            </p:extLst>
          </p:nvPr>
        </p:nvGraphicFramePr>
        <p:xfrm>
          <a:off x="6728603" y="1250830"/>
          <a:ext cx="5268932" cy="2333903"/>
        </p:xfrm>
        <a:graphic>
          <a:graphicData uri="http://schemas.openxmlformats.org/drawingml/2006/table">
            <a:tbl>
              <a:tblPr firstRow="1" bandRow="1">
                <a:noFill/>
                <a:tableStyleId>{870EB4AF-7A38-4763-9C53-5510BC3748B6}</a:tableStyleId>
              </a:tblPr>
              <a:tblGrid>
                <a:gridCol w="813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9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0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Channel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Conversions (Acquisitions)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CPA (Cost per Acquisition)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Lead-to-Conversion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Strategic Efficiency Rating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Influencer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i="0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58,571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28.2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</a:t>
                      </a:r>
                      <a:r>
                        <a:rPr lang="en-US" sz="95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Share)</a:t>
                      </a:r>
                      <a:endParaRPr sz="9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50.63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21.4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7C3AE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Volume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i="0" u="none" strike="noStrike" cap="none" dirty="0">
                          <a:latin typeface="Inter"/>
                          <a:ea typeface="Inter"/>
                          <a:cs typeface="Inter"/>
                        </a:rPr>
                        <a:t>54,151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26.1%</a:t>
                      </a:r>
                      <a:r>
                        <a:rPr lang="en-US" sz="95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Share)</a:t>
                      </a:r>
                      <a:endParaRPr sz="9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i="0" u="none" strike="noStrike" cap="non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₹46.39</a:t>
                      </a:r>
                      <a:r>
                        <a:rPr lang="en-US" sz="95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(Lowest)</a:t>
                      </a:r>
                      <a:endParaRPr sz="9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20.6%</a:t>
                      </a:r>
                      <a:endParaRPr sz="9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Peak Efficiency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Social Media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49,069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23.6%</a:t>
                      </a:r>
                      <a:r>
                        <a:rPr lang="en-US" sz="95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Share)</a:t>
                      </a:r>
                      <a:endParaRPr sz="95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50.66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20.5%</a:t>
                      </a:r>
                      <a:endParaRPr sz="95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Moderate Funnel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45,823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22.1%</a:t>
                      </a:r>
                      <a:r>
                        <a:rPr lang="en-US" sz="95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Share)</a:t>
                      </a:r>
                      <a:endParaRPr sz="95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</a:t>
                      </a: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51.92</a:t>
                      </a:r>
                      <a:r>
                        <a:rPr lang="en-US" sz="95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(Highest)</a:t>
                      </a:r>
                      <a:endParaRPr sz="95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21.0%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Needs Nurture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0" name="Google Shape;230;p17"/>
          <p:cNvSpPr txBox="1"/>
          <p:nvPr/>
        </p:nvSpPr>
        <p:spPr>
          <a:xfrm>
            <a:off x="796290" y="5927107"/>
            <a:ext cx="108927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50">
                <a:solidFill>
                  <a:srgbClr val="1E40AF"/>
                </a:solidFill>
                <a:latin typeface="Inter Black"/>
                <a:ea typeface="Inter Black"/>
                <a:cs typeface="Inter Black"/>
                <a:sym typeface="Inter Black"/>
              </a:rPr>
              <a:t>TAKEAWAY</a:t>
            </a:r>
            <a:r>
              <a:rPr lang="en-US" sz="1050" b="0" i="0" u="none" strike="noStrike" cap="none">
                <a:solidFill>
                  <a:srgbClr val="1E40AF"/>
                </a:solidFill>
                <a:latin typeface="Inter Black"/>
                <a:ea typeface="Inter Black"/>
                <a:cs typeface="Inter Black"/>
                <a:sym typeface="Inter Black"/>
              </a:rPr>
              <a:t>:</a:t>
            </a:r>
            <a:r>
              <a:rPr lang="en-US" sz="1050" b="0" i="0" u="none" strike="noStrike" cap="none" dirty="0">
                <a:solidFill>
                  <a:srgbClr val="1E40A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050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Channel success depends on the objective: Influencer leads acquisition volume, while Event delivers the strongest acquisition efficiency through the lowest CPA and highest ROI</a:t>
            </a:r>
            <a:r>
              <a:rPr lang="en-US" sz="1050" i="0" u="none" strike="noStrike" cap="none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.</a:t>
            </a:r>
            <a:endParaRPr lang="en-US"/>
          </a:p>
        </p:txBody>
      </p:sp>
      <p:sp>
        <p:nvSpPr>
          <p:cNvPr id="236" name="Google Shape;236;p17"/>
          <p:cNvSpPr txBox="1"/>
          <p:nvPr/>
        </p:nvSpPr>
        <p:spPr>
          <a:xfrm>
            <a:off x="857250" y="4034125"/>
            <a:ext cx="49242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r>
              <a:rPr lang="en-US" sz="1600" b="1">
                <a:solidFill>
                  <a:srgbClr val="0D9488"/>
                </a:solidFill>
                <a:latin typeface="Inter ExtraBold"/>
                <a:ea typeface="Inter ExtraBold"/>
              </a:rPr>
              <a:t>Acquisition Scale</a:t>
            </a:r>
            <a:endParaRPr lang="en-US" sz="1600">
              <a:latin typeface="Inter ExtraBold"/>
              <a:ea typeface="Inter ExtraBold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676095" y="4376702"/>
            <a:ext cx="528002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Influencer generated the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sym typeface="Inter"/>
              </a:rPr>
              <a:t>highest conversion volume (58,571; 28.2%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share), making it the strongest channel for customer acquisition scale despite its higher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sym typeface="Inter"/>
              </a:rPr>
              <a:t>₹50.63 CPA.</a:t>
            </a:r>
            <a:endParaRPr lang="en-US" sz="1200" b="1">
              <a:latin typeface="Inter"/>
              <a:ea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Its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sym typeface="Inter"/>
              </a:rPr>
              <a:t>high conversion volume supports continued investment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 for top-line customer growth, while CPA should be monitored to ensure scaling does not dilute efficiency.</a:t>
            </a:r>
            <a:endParaRPr lang="en-US" sz="1200">
              <a:latin typeface="Inter"/>
              <a:ea typeface="Inter"/>
            </a:endParaRPr>
          </a:p>
          <a:p>
            <a:pPr marL="171450" indent="-171450">
              <a:lnSpc>
                <a:spcPct val="149948"/>
              </a:lnSpc>
              <a:buFont typeface="Wingdings"/>
              <a:buChar char="ü"/>
            </a:pPr>
            <a:endParaRPr lang="en-US" sz="1200">
              <a:solidFill>
                <a:srgbClr val="475569"/>
              </a:solidFill>
              <a:latin typeface="Aptos Display"/>
              <a:ea typeface="Inter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6725872" y="4034125"/>
            <a:ext cx="53306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r>
              <a:rPr lang="en-US" sz="1600" b="1">
                <a:solidFill>
                  <a:srgbClr val="EA580C"/>
                </a:solidFill>
                <a:latin typeface="Inter ExtraBold"/>
                <a:ea typeface="Inter ExtraBold"/>
                <a:sym typeface="Inter"/>
              </a:rPr>
              <a:t>Efficiency Opportunity</a:t>
            </a:r>
            <a:endParaRPr lang="en-US" sz="1600">
              <a:latin typeface="Inter ExtraBold"/>
              <a:ea typeface="Inter ExtraBold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6428740" y="4387820"/>
            <a:ext cx="5086985" cy="114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Event combines the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sym typeface="Inter"/>
              </a:rPr>
              <a:t>lowest CPA (₹46.39)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 with the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sym typeface="Inter"/>
              </a:rPr>
              <a:t>highest ROI (164.87%)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, making it the strongest channel for efficient growth.</a:t>
            </a:r>
            <a:endParaRPr lang="en-US"/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Its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sym typeface="Inter"/>
              </a:rPr>
              <a:t>20.6% lead-to-conversion rate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 further reinforces its efficiency, suggesting an opportunity to scale Event campaigns while maintaining disciplined spend.</a:t>
            </a: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  <a:p>
            <a:pPr marL="0" marR="0" lvl="0" indent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50">
              <a:solidFill>
                <a:srgbClr val="475569"/>
              </a:solidFill>
              <a:latin typeface="Inter"/>
              <a:ea typeface="Inter"/>
            </a:endParaRPr>
          </a:p>
        </p:txBody>
      </p:sp>
      <p:pic>
        <p:nvPicPr>
          <p:cNvPr id="260" name="Google Shape;2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010" y="408365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900" y="4083655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01;p16">
            <a:extLst>
              <a:ext uri="{FF2B5EF4-FFF2-40B4-BE49-F238E27FC236}">
                <a16:creationId xmlns:a16="http://schemas.microsoft.com/office/drawing/2014/main" id="{3633F2A0-7F56-062D-BDE4-13140456F00D}"/>
              </a:ext>
            </a:extLst>
          </p:cNvPr>
          <p:cNvSpPr txBox="1"/>
          <p:nvPr/>
        </p:nvSpPr>
        <p:spPr>
          <a:xfrm>
            <a:off x="554355" y="1243606"/>
            <a:ext cx="536067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>
                <a:solidFill>
                  <a:srgbClr val="1E3A8A"/>
                </a:solidFill>
                <a:latin typeface="Inter"/>
                <a:ea typeface="Inter"/>
                <a:sym typeface="Inter"/>
              </a:rPr>
              <a:t>Conversion vs Cost Per Acquisitions By Channel</a:t>
            </a:r>
            <a:endParaRPr lang="en-US"/>
          </a:p>
        </p:txBody>
      </p:sp>
      <p:pic>
        <p:nvPicPr>
          <p:cNvPr id="4" name="Google Shape;199;p16" descr="image.png">
            <a:extLst>
              <a:ext uri="{FF2B5EF4-FFF2-40B4-BE49-F238E27FC236}">
                <a16:creationId xmlns:a16="http://schemas.microsoft.com/office/drawing/2014/main" id="{A8F2FE68-8DF3-053C-B4BC-DF8EF3B596B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9018" y="5923975"/>
            <a:ext cx="190500" cy="190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B11819D-AE49-0E3D-83D6-F5D5A3CD393D}"/>
              </a:ext>
              <a:ext uri="{147F2762-F138-4A5C-976F-8EAC2B608ADB}">
                <a16:predDERef xmlns:a16="http://schemas.microsoft.com/office/drawing/2014/main" pred="{23184ED9-D71B-9DC6-FE55-2310FD720E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194450"/>
              </p:ext>
            </p:extLst>
          </p:nvPr>
        </p:nvGraphicFramePr>
        <p:xfrm>
          <a:off x="474633" y="1241664"/>
          <a:ext cx="6234741" cy="2342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496050"/>
            <a:ext cx="11239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042622"/>
            <a:ext cx="6770657" cy="334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112" y="4579451"/>
            <a:ext cx="5562959" cy="141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5281" y="4576575"/>
            <a:ext cx="5634846" cy="144061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8"/>
          <p:cNvSpPr txBox="1"/>
          <p:nvPr/>
        </p:nvSpPr>
        <p:spPr>
          <a:xfrm>
            <a:off x="476250" y="658177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Marketing Campaign ROI Analysis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10789669" y="6596152"/>
            <a:ext cx="926081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6 of 11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476250" y="222849"/>
            <a:ext cx="1123659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00">
                <a:solidFill>
                  <a:srgbClr val="1E3A8A"/>
                </a:solidFill>
                <a:latin typeface="Plus Jakarta Sans ExtraBold"/>
                <a:cs typeface="Plus Jakarta Sans ExtraBold"/>
                <a:sym typeface="Plus Jakarta Sans ExtraBold"/>
              </a:rPr>
              <a:t>Q3. Are </a:t>
            </a:r>
            <a:r>
              <a:rPr lang="en-US" sz="2100" err="1">
                <a:solidFill>
                  <a:srgbClr val="1E3A8A"/>
                </a:solidFill>
                <a:latin typeface="Plus Jakarta Sans ExtraBold"/>
                <a:cs typeface="Plus Jakarta Sans ExtraBold"/>
                <a:sym typeface="Plus Jakarta Sans ExtraBold"/>
              </a:rPr>
              <a:t>there</a:t>
            </a:r>
            <a:r>
              <a:rPr lang="en-US" sz="2100">
                <a:solidFill>
                  <a:srgbClr val="1E3A8A"/>
                </a:solidFill>
                <a:latin typeface="Plus Jakarta Sans ExtraBold"/>
                <a:cs typeface="Plus Jakarta Sans ExtraBold"/>
                <a:sym typeface="Plus Jakarta Sans ExtraBold"/>
              </a:rPr>
              <a:t> campaigns that generated high leads but low conversions? Why?</a:t>
            </a:r>
            <a:endParaRPr lang="en-US"/>
          </a:p>
        </p:txBody>
      </p:sp>
      <p:sp>
        <p:nvSpPr>
          <p:cNvPr id="279" name="Google Shape;279;p18"/>
          <p:cNvSpPr txBox="1"/>
          <p:nvPr/>
        </p:nvSpPr>
        <p:spPr>
          <a:xfrm>
            <a:off x="433118" y="734407"/>
            <a:ext cx="112389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Analyzing lead-to-conversion dynamics to uncover funnel inefficiencies and evaluate potential friction drivers.</a:t>
            </a:r>
            <a:endParaRPr lang="en-US" sz="1200"/>
          </a:p>
        </p:txBody>
      </p:sp>
      <p:pic>
        <p:nvPicPr>
          <p:cNvPr id="280" name="Google Shape;28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" y="614362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8"/>
          <p:cNvSpPr txBox="1"/>
          <p:nvPr/>
        </p:nvSpPr>
        <p:spPr>
          <a:xfrm>
            <a:off x="990599" y="6086025"/>
            <a:ext cx="1072694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1E40AF"/>
                </a:solidFill>
                <a:latin typeface="Inter Black"/>
                <a:ea typeface="Inter Black"/>
                <a:sym typeface="Inter SemiBold"/>
              </a:rPr>
              <a:t>STRATEGIC IMPERATIVE: Shift from Lead Volume to Lead Quality:</a:t>
            </a:r>
            <a:r>
              <a:rPr lang="en-US" sz="1200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 Prioritize lead quality over volume. Review targeting, campaign messaging, and the lead-to-conversion journey before scaling high-volume campaigns.</a:t>
            </a:r>
            <a:endParaRPr lang="en-US" sz="1200"/>
          </a:p>
          <a:p>
            <a:endParaRPr lang="en-US" sz="1050">
              <a:solidFill>
                <a:srgbClr val="1E40AF"/>
              </a:solidFill>
              <a:latin typeface="Inter SemiBold"/>
              <a:ea typeface="Inter SemiBold"/>
            </a:endParaRPr>
          </a:p>
        </p:txBody>
      </p:sp>
      <p:sp>
        <p:nvSpPr>
          <p:cNvPr id="282" name="Google Shape;282;p18"/>
          <p:cNvSpPr txBox="1"/>
          <p:nvPr/>
        </p:nvSpPr>
        <p:spPr>
          <a:xfrm>
            <a:off x="661898" y="1055741"/>
            <a:ext cx="65827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>
                <a:solidFill>
                  <a:srgbClr val="1E3A8A"/>
                </a:solidFill>
                <a:latin typeface="Inter"/>
                <a:ea typeface="Inter"/>
                <a:sym typeface="Inter"/>
              </a:rPr>
              <a:t>Campaign Performance: Lead Volume vs. Conversion Efficiency</a:t>
            </a:r>
            <a:r>
              <a:rPr lang="en-US" sz="1200" b="1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  </a:t>
            </a:r>
            <a:endParaRPr sz="1200">
              <a:latin typeface="Inter"/>
              <a:ea typeface="Inter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486853" y="4678656"/>
            <a:ext cx="556195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r>
              <a:rPr lang="en-US" b="1">
                <a:solidFill>
                  <a:srgbClr val="159945"/>
                </a:solidFill>
                <a:latin typeface="Inter Black"/>
                <a:ea typeface="Inter Black"/>
                <a:sym typeface="Inter"/>
              </a:rPr>
              <a:t>The Conversion Gap</a:t>
            </a:r>
            <a:endParaRPr lang="en-US">
              <a:solidFill>
                <a:srgbClr val="159945"/>
              </a:solidFill>
              <a:latin typeface="Inter Black"/>
              <a:ea typeface="Inter Black"/>
            </a:endParaRPr>
          </a:p>
        </p:txBody>
      </p:sp>
      <p:sp>
        <p:nvSpPr>
          <p:cNvPr id="289" name="Google Shape;289;p18"/>
          <p:cNvSpPr txBox="1"/>
          <p:nvPr/>
        </p:nvSpPr>
        <p:spPr>
          <a:xfrm>
            <a:off x="659382" y="4902225"/>
            <a:ext cx="517728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49948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234 campaigns generated above-average leads but converted below the 20.90% portfolio average. </a:t>
            </a:r>
            <a:endParaRPr lang="en-US">
              <a:latin typeface="Inter"/>
              <a:ea typeface="Inter"/>
            </a:endParaRPr>
          </a:p>
          <a:p>
            <a:pPr marL="171450" indent="-171450">
              <a:lnSpc>
                <a:spcPct val="149948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These campaigns averaged 1,492 leads but only 10.52% conversion, revealing a significant lead-to-conversion efficiency gap.</a:t>
            </a:r>
            <a:endParaRPr lang="en-US">
              <a:latin typeface="Inter"/>
              <a:ea typeface="Inter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6295305" y="4661403"/>
            <a:ext cx="524565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r>
              <a:rPr lang="en-US" b="1">
                <a:solidFill>
                  <a:srgbClr val="1E3A8A"/>
                </a:solidFill>
                <a:latin typeface="Inter Black"/>
                <a:ea typeface="Inter Black"/>
                <a:sym typeface="Inter"/>
              </a:rPr>
              <a:t>What the Pattern Suggests</a:t>
            </a:r>
            <a:endParaRPr lang="en-US">
              <a:latin typeface="Inter Black"/>
              <a:ea typeface="Inter Black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6295306" y="4884970"/>
            <a:ext cx="542170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49948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High-lead/low-conversion campaigns occur across all four channels, so the issue is not isolated to one channel. </a:t>
            </a:r>
            <a:endParaRPr lang="en-US" sz="1200">
              <a:latin typeface="Inter"/>
              <a:ea typeface="Inter"/>
            </a:endParaRPr>
          </a:p>
          <a:p>
            <a:pPr marL="171450" indent="-171450">
              <a:lnSpc>
                <a:spcPct val="149948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This suggests potential lead-quality, targeting, or offer-alignment issues at the campaign level.</a:t>
            </a:r>
            <a:endParaRPr lang="en-US" sz="1200">
              <a:latin typeface="Inter"/>
              <a:ea typeface="Inter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8221872" y="5040246"/>
            <a:ext cx="3567023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n-US" sz="950"/>
          </a:p>
        </p:txBody>
      </p:sp>
      <p:pic>
        <p:nvPicPr>
          <p:cNvPr id="2" name="Google Shape;271;p18" descr="image.png">
            <a:extLst>
              <a:ext uri="{FF2B5EF4-FFF2-40B4-BE49-F238E27FC236}">
                <a16:creationId xmlns:a16="http://schemas.microsoft.com/office/drawing/2014/main" id="{9D99C130-0D07-CEAD-AD4D-F1820BE380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6136" y="1042621"/>
            <a:ext cx="4312128" cy="33463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194824-43B4-C65C-481F-8B9AD0A6F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289237"/>
              </p:ext>
            </p:extLst>
          </p:nvPr>
        </p:nvGraphicFramePr>
        <p:xfrm>
          <a:off x="7461849" y="1063923"/>
          <a:ext cx="4258340" cy="3318708"/>
        </p:xfrm>
        <a:graphic>
          <a:graphicData uri="http://schemas.openxmlformats.org/drawingml/2006/table">
            <a:tbl>
              <a:tblPr firstRow="1" bandRow="1">
                <a:tableStyleId>{870EB4AF-7A38-4763-9C53-5510BC3748B6}</a:tableStyleId>
              </a:tblPr>
              <a:tblGrid>
                <a:gridCol w="1712948">
                  <a:extLst>
                    <a:ext uri="{9D8B030D-6E8A-4147-A177-3AD203B41FA5}">
                      <a16:colId xmlns:a16="http://schemas.microsoft.com/office/drawing/2014/main" val="4247880969"/>
                    </a:ext>
                  </a:extLst>
                </a:gridCol>
                <a:gridCol w="640349">
                  <a:extLst>
                    <a:ext uri="{9D8B030D-6E8A-4147-A177-3AD203B41FA5}">
                      <a16:colId xmlns:a16="http://schemas.microsoft.com/office/drawing/2014/main" val="285300067"/>
                    </a:ext>
                  </a:extLst>
                </a:gridCol>
                <a:gridCol w="934522">
                  <a:extLst>
                    <a:ext uri="{9D8B030D-6E8A-4147-A177-3AD203B41FA5}">
                      <a16:colId xmlns:a16="http://schemas.microsoft.com/office/drawing/2014/main" val="1854234487"/>
                    </a:ext>
                  </a:extLst>
                </a:gridCol>
                <a:gridCol w="970521">
                  <a:extLst>
                    <a:ext uri="{9D8B030D-6E8A-4147-A177-3AD203B41FA5}">
                      <a16:colId xmlns:a16="http://schemas.microsoft.com/office/drawing/2014/main" val="15541330"/>
                    </a:ext>
                  </a:extLst>
                </a:gridCol>
              </a:tblGrid>
              <a:tr h="4402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sym typeface="Arial"/>
                        </a:rPr>
                        <a:t>Campaign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sym typeface="Arial"/>
                        </a:rPr>
                        <a:t>Leads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sym typeface="Arial"/>
                        </a:rPr>
                        <a:t>Conversions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sym typeface="Arial"/>
                        </a:rPr>
                        <a:t>Conversion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60903"/>
                  </a:ext>
                </a:extLst>
              </a:tr>
              <a:tr h="287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CMP0085 – Bliss Drop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1,730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0.40%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480062"/>
                  </a:ext>
                </a:extLst>
              </a:tr>
              <a:tr h="287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CMP0431 – Aura Push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1,114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0.72%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35444"/>
                  </a:ext>
                </a:extLst>
              </a:tr>
              <a:tr h="287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CMP0032 – Glow Push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1,198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0.75%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825375"/>
                  </a:ext>
                </a:extLst>
              </a:tr>
              <a:tr h="287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CMP0291 – Aura Drop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1,817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0.94%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935104"/>
                  </a:ext>
                </a:extLst>
              </a:tr>
              <a:tr h="287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CMP0994 – Pure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1,231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12</a:t>
                      </a:r>
                      <a:endParaRPr lang="en-US" sz="900" b="0" i="0" u="none" strike="noStrike" cap="none">
                        <a:solidFill>
                          <a:srgbClr val="0F172A"/>
                        </a:solidFill>
                        <a:latin typeface="Inter"/>
                        <a:ea typeface="Inter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0.97</a:t>
                      </a: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637925"/>
                  </a:ext>
                </a:extLst>
              </a:tr>
              <a:tr h="287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CMP0094 – Radiant Sale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1,415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14</a:t>
                      </a:r>
                      <a:endParaRPr lang="en-US" sz="900" b="0" i="0" u="none" strike="noStrike" cap="none">
                        <a:solidFill>
                          <a:srgbClr val="0F172A"/>
                        </a:solidFill>
                        <a:latin typeface="Inter"/>
                        <a:ea typeface="Inter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0.99%</a:t>
                      </a:r>
                      <a:endParaRPr lang="en-US" sz="900" b="0" i="0" u="none" strike="noStrike" cap="none">
                        <a:solidFill>
                          <a:srgbClr val="0F172A"/>
                        </a:solidFill>
                        <a:latin typeface="Inter"/>
                        <a:ea typeface="Inter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703147"/>
                  </a:ext>
                </a:extLst>
              </a:tr>
              <a:tr h="287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CMP0029 – Skin Drop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1,302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13</a:t>
                      </a:r>
                      <a:endParaRPr lang="en-US" sz="900" b="0" i="0" u="none" strike="noStrike" cap="none">
                        <a:solidFill>
                          <a:srgbClr val="0F172A"/>
                        </a:solidFill>
                        <a:latin typeface="Inter"/>
                        <a:ea typeface="Inter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1.00</a:t>
                      </a: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323273"/>
                  </a:ext>
                </a:extLst>
              </a:tr>
              <a:tr h="287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CMP0364 – Pure Drop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1,340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1.04%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936829"/>
                  </a:ext>
                </a:extLst>
              </a:tr>
              <a:tr h="287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CMP0774 – Skin Launch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1,921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24</a:t>
                      </a:r>
                      <a:endParaRPr lang="en-US" sz="900" b="0" i="0" u="none" strike="noStrike" cap="none">
                        <a:solidFill>
                          <a:srgbClr val="0F172A"/>
                        </a:solidFill>
                        <a:latin typeface="Inter"/>
                        <a:ea typeface="Inter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1.25%</a:t>
                      </a:r>
                      <a:endParaRPr lang="en-US" sz="900" b="0" i="0" u="none" strike="noStrike" cap="none">
                        <a:solidFill>
                          <a:srgbClr val="0F172A"/>
                        </a:solidFill>
                        <a:latin typeface="Inter"/>
                        <a:ea typeface="Inter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795725"/>
                  </a:ext>
                </a:extLst>
              </a:tr>
              <a:tr h="287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CMP0950 – Skin Push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1,334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18</a:t>
                      </a:r>
                      <a:endParaRPr lang="en-US" sz="900" b="0" i="0" u="none" strike="noStrike" cap="none">
                        <a:solidFill>
                          <a:srgbClr val="0F172A"/>
                        </a:solidFill>
                        <a:latin typeface="Inter"/>
                        <a:ea typeface="Inter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1.35</a:t>
                      </a:r>
                      <a:r>
                        <a:rPr lang="en-US" sz="9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sym typeface="Arial"/>
                        </a:rPr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010464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65E89CB-A4E4-D56B-5BAE-52BCF9ADEB5F}"/>
              </a:ext>
              <a:ext uri="{147F2762-F138-4A5C-976F-8EAC2B608ADB}">
                <a16:predDERef xmlns:a16="http://schemas.microsoft.com/office/drawing/2014/main" pred="{2B11819D-AE49-0E3D-83D6-F5D5A3CD39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4806733"/>
              </p:ext>
            </p:extLst>
          </p:nvPr>
        </p:nvGraphicFramePr>
        <p:xfrm>
          <a:off x="426109" y="1156480"/>
          <a:ext cx="6820619" cy="3217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398;p20" descr="image.png">
            <a:extLst>
              <a:ext uri="{FF2B5EF4-FFF2-40B4-BE49-F238E27FC236}">
                <a16:creationId xmlns:a16="http://schemas.microsoft.com/office/drawing/2014/main" id="{CFFE3E88-5473-76F8-9A0D-274B272C2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721" y="3558660"/>
            <a:ext cx="3734520" cy="2426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99;p20" descr="image.png">
            <a:extLst>
              <a:ext uri="{FF2B5EF4-FFF2-40B4-BE49-F238E27FC236}">
                <a16:creationId xmlns:a16="http://schemas.microsoft.com/office/drawing/2014/main" id="{31FAA9E0-9E51-6832-3BAE-76AF2DCE1B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49" y="3544283"/>
            <a:ext cx="3590746" cy="2440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400;p20" descr="image.png">
            <a:extLst>
              <a:ext uri="{FF2B5EF4-FFF2-40B4-BE49-F238E27FC236}">
                <a16:creationId xmlns:a16="http://schemas.microsoft.com/office/drawing/2014/main" id="{0AF1E8D2-3A56-2E28-A215-D9AFF922AFE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0626" y="3558660"/>
            <a:ext cx="3677009" cy="2426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6496050"/>
            <a:ext cx="112395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9"/>
          <p:cNvSpPr txBox="1"/>
          <p:nvPr/>
        </p:nvSpPr>
        <p:spPr>
          <a:xfrm>
            <a:off x="476250" y="658177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Marketing Campaign ROI Analysis</a:t>
            </a:r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10698552" y="6596152"/>
            <a:ext cx="1103462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7 of 11</a:t>
            </a:r>
            <a:endParaRPr/>
          </a:p>
        </p:txBody>
      </p:sp>
      <p:sp>
        <p:nvSpPr>
          <p:cNvPr id="335" name="Google Shape;335;p19"/>
          <p:cNvSpPr txBox="1"/>
          <p:nvPr/>
        </p:nvSpPr>
        <p:spPr>
          <a:xfrm>
            <a:off x="246212" y="122208"/>
            <a:ext cx="1123595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00">
                <a:solidFill>
                  <a:srgbClr val="1E3A8A"/>
                </a:solidFill>
                <a:latin typeface="Plus Jakarta Sans ExtraBold"/>
                <a:cs typeface="Plus Jakarta Sans ExtraBold"/>
                <a:sym typeface="Plus Jakarta Sans ExtraBold"/>
              </a:rPr>
              <a:t>Q4. How should the next quarter’s marketing budget be allocated based on past performance?</a:t>
            </a:r>
            <a:endParaRPr lang="en-US"/>
          </a:p>
        </p:txBody>
      </p:sp>
      <p:sp>
        <p:nvSpPr>
          <p:cNvPr id="336" name="Google Shape;336;p19"/>
          <p:cNvSpPr txBox="1"/>
          <p:nvPr/>
        </p:nvSpPr>
        <p:spPr>
          <a:xfrm>
            <a:off x="246212" y="878181"/>
            <a:ext cx="1123698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 Data-driven allocation across channels, campaign duration, and high-performing periods</a:t>
            </a:r>
            <a:endParaRPr lang="en-US" sz="1200"/>
          </a:p>
        </p:txBody>
      </p:sp>
      <p:sp>
        <p:nvSpPr>
          <p:cNvPr id="338" name="Google Shape;338;p19"/>
          <p:cNvSpPr txBox="1"/>
          <p:nvPr/>
        </p:nvSpPr>
        <p:spPr>
          <a:xfrm>
            <a:off x="477688" y="6139672"/>
            <a:ext cx="1100928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50" b="0" i="0" u="none" strike="noStrike" cap="none" dirty="0">
                <a:solidFill>
                  <a:srgbClr val="9A3412"/>
                </a:solidFill>
                <a:latin typeface="Inter Black"/>
                <a:ea typeface="Inter Black"/>
                <a:cs typeface="Inter Black"/>
                <a:sym typeface="Inter Black"/>
              </a:rPr>
              <a:t>PORTFOLIO </a:t>
            </a:r>
            <a:r>
              <a:rPr lang="en-US" sz="1050" b="0" i="0" u="none" strike="noStrike" cap="none">
                <a:solidFill>
                  <a:srgbClr val="9A3412"/>
                </a:solidFill>
                <a:latin typeface="Inter Black"/>
                <a:ea typeface="Inter Black"/>
                <a:cs typeface="Inter Black"/>
                <a:sym typeface="Inter Black"/>
              </a:rPr>
              <a:t>IMPACT:</a:t>
            </a:r>
            <a:r>
              <a:rPr lang="en-US" sz="1050" dirty="0">
                <a:solidFill>
                  <a:srgbClr val="9A3412"/>
                </a:solidFill>
                <a:latin typeface="Inter Black"/>
                <a:ea typeface="Inter Black"/>
                <a:sym typeface="Inter SemiBold"/>
              </a:rPr>
              <a:t> </a:t>
            </a:r>
            <a:r>
              <a:rPr lang="en-US" sz="1000" dirty="0">
                <a:solidFill>
                  <a:srgbClr val="9A3412"/>
                </a:solidFill>
                <a:latin typeface="Inter"/>
                <a:ea typeface="Inter"/>
                <a:sym typeface="Inter SemiBold"/>
              </a:rPr>
              <a:t>Allocate 65% of budget to Influencer + Event, favor medium-duration campaigns, and deploy incremental spend more aggressively during historically high-ROI months.</a:t>
            </a:r>
            <a:endParaRPr lang="en-US" sz="1000" dirty="0">
              <a:latin typeface="Inter"/>
              <a:ea typeface="Inter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8F7A395-C27D-BF00-AB19-B798AE077338}"/>
              </a:ext>
              <a:ext uri="{147F2762-F138-4A5C-976F-8EAC2B608ADB}">
                <a16:predDERef xmlns:a16="http://schemas.microsoft.com/office/drawing/2014/main" pred="{365E89CB-A4E4-D56B-5BAE-52BCF9ADEB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6646624"/>
              </p:ext>
            </p:extLst>
          </p:nvPr>
        </p:nvGraphicFramePr>
        <p:xfrm>
          <a:off x="248117" y="1367155"/>
          <a:ext cx="3496956" cy="2098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2E5D8B7-AF30-E17D-C0F5-6BBB5860A8FE}"/>
              </a:ext>
            </a:extLst>
          </p:cNvPr>
          <p:cNvSpPr txBox="1"/>
          <p:nvPr/>
        </p:nvSpPr>
        <p:spPr>
          <a:xfrm>
            <a:off x="474454" y="3930674"/>
            <a:ext cx="3565583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Event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led efficiency — highest ROI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164.87%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 and lowest CPA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₹46.39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);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Influencer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led scale with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₹7.26M revenue / 58,571 conversions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.</a:t>
            </a:r>
            <a:endParaRPr lang="en-US" sz="1200">
              <a:latin typeface="Inter"/>
              <a:ea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Medium campaigns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were most efficient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163.59% ROI; ₹46.19 CPA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); short campaigns lagged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90.86% ROI; ₹57.57 CPA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).</a:t>
            </a:r>
            <a:endParaRPr lang="en-US" sz="1200">
              <a:latin typeface="Inter"/>
              <a:ea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ROI peaked in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June (173.28%)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and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January (172.23%)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;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November (109.25%)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and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February (112.58%)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were weaker.</a:t>
            </a:r>
            <a:endParaRPr lang="en-US" sz="1200">
              <a:latin typeface="Inter"/>
              <a:ea typeface="Inter"/>
            </a:endParaRPr>
          </a:p>
        </p:txBody>
      </p:sp>
      <p:sp>
        <p:nvSpPr>
          <p:cNvPr id="11" name="Google Shape;282;p18">
            <a:extLst>
              <a:ext uri="{FF2B5EF4-FFF2-40B4-BE49-F238E27FC236}">
                <a16:creationId xmlns:a16="http://schemas.microsoft.com/office/drawing/2014/main" id="{A6253507-41E1-436D-2D44-3BDB89C84E2F}"/>
              </a:ext>
            </a:extLst>
          </p:cNvPr>
          <p:cNvSpPr txBox="1"/>
          <p:nvPr/>
        </p:nvSpPr>
        <p:spPr>
          <a:xfrm>
            <a:off x="248980" y="1187821"/>
            <a:ext cx="332138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dirty="0">
                <a:solidFill>
                  <a:srgbClr val="1E3A8A"/>
                </a:solidFill>
                <a:latin typeface="Inter"/>
                <a:ea typeface="Inter"/>
                <a:sym typeface="Inter"/>
              </a:rPr>
              <a:t>Channel </a:t>
            </a:r>
            <a:r>
              <a:rPr lang="en-US" sz="1200" b="1">
                <a:solidFill>
                  <a:srgbClr val="1E3A8A"/>
                </a:solidFill>
                <a:latin typeface="Inter"/>
                <a:ea typeface="Inter"/>
                <a:sym typeface="Inter"/>
              </a:rPr>
              <a:t>Performance - ROI</a:t>
            </a:r>
            <a:r>
              <a:rPr lang="en-US" sz="1200" b="1" dirty="0">
                <a:solidFill>
                  <a:srgbClr val="1E3A8A"/>
                </a:solidFill>
                <a:latin typeface="Inter"/>
                <a:ea typeface="Inter"/>
                <a:sym typeface="Inter"/>
              </a:rPr>
              <a:t> vs CPA</a:t>
            </a:r>
            <a:endParaRPr lang="en-US" sz="1200" dirty="0">
              <a:latin typeface="Inter"/>
              <a:ea typeface="Inter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1140C6A-1757-8452-56E6-3CAC9ACD27F3}"/>
              </a:ext>
              <a:ext uri="{147F2762-F138-4A5C-976F-8EAC2B608ADB}">
                <a16:predDERef xmlns:a16="http://schemas.microsoft.com/office/drawing/2014/main" pred="{1746C66D-363F-96D2-9C51-4E5A27376D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5561875"/>
              </p:ext>
            </p:extLst>
          </p:nvPr>
        </p:nvGraphicFramePr>
        <p:xfrm>
          <a:off x="3383847" y="1362938"/>
          <a:ext cx="5623405" cy="2097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5" name="Google Shape;282;p18">
            <a:extLst>
              <a:ext uri="{FF2B5EF4-FFF2-40B4-BE49-F238E27FC236}">
                <a16:creationId xmlns:a16="http://schemas.microsoft.com/office/drawing/2014/main" id="{3D9C7F41-D42A-BEEE-1D9D-A45ED789A0E2}"/>
              </a:ext>
            </a:extLst>
          </p:cNvPr>
          <p:cNvSpPr txBox="1"/>
          <p:nvPr/>
        </p:nvSpPr>
        <p:spPr>
          <a:xfrm>
            <a:off x="3483885" y="1187819"/>
            <a:ext cx="4974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>
                <a:solidFill>
                  <a:srgbClr val="1E3A8A"/>
                </a:solidFill>
                <a:latin typeface="Inter"/>
                <a:ea typeface="Inter"/>
                <a:sym typeface="Inter"/>
              </a:rPr>
              <a:t>Historical ROI and </a:t>
            </a:r>
            <a:r>
              <a:rPr lang="en-US" sz="1200" b="1" dirty="0">
                <a:solidFill>
                  <a:srgbClr val="1E3A8A"/>
                </a:solidFill>
                <a:latin typeface="Inter"/>
                <a:ea typeface="Inter"/>
                <a:sym typeface="Inter"/>
              </a:rPr>
              <a:t>Revenue by Campaign Month</a:t>
            </a:r>
            <a:endParaRPr lang="en-US" sz="1200" dirty="0">
              <a:latin typeface="Inter"/>
              <a:ea typeface="Inter"/>
            </a:endParaRPr>
          </a:p>
        </p:txBody>
      </p:sp>
      <p:sp>
        <p:nvSpPr>
          <p:cNvPr id="8" name="Google Shape;282;p18">
            <a:extLst>
              <a:ext uri="{FF2B5EF4-FFF2-40B4-BE49-F238E27FC236}">
                <a16:creationId xmlns:a16="http://schemas.microsoft.com/office/drawing/2014/main" id="{6D6F2875-231B-069D-5175-C2C0516DDF85}"/>
              </a:ext>
            </a:extLst>
          </p:cNvPr>
          <p:cNvSpPr txBox="1"/>
          <p:nvPr/>
        </p:nvSpPr>
        <p:spPr>
          <a:xfrm>
            <a:off x="8817887" y="1187819"/>
            <a:ext cx="300508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>
                <a:solidFill>
                  <a:srgbClr val="1E3A8A"/>
                </a:solidFill>
                <a:latin typeface="Inter"/>
                <a:ea typeface="Inter"/>
                <a:sym typeface="Inter"/>
              </a:rPr>
              <a:t>Campaign Duration -  ROI vs CPA</a:t>
            </a:r>
            <a:endParaRPr lang="en-US" sz="1200">
              <a:latin typeface="Inter"/>
              <a:ea typeface="Inter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746C66D-363F-96D2-9C51-4E5A27376DEA}"/>
              </a:ext>
              <a:ext uri="{147F2762-F138-4A5C-976F-8EAC2B608ADB}">
                <a16:predDERef xmlns:a16="http://schemas.microsoft.com/office/drawing/2014/main" pred="{48F7A395-C27D-BF00-AB19-B798AE0773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2243770"/>
              </p:ext>
            </p:extLst>
          </p:nvPr>
        </p:nvGraphicFramePr>
        <p:xfrm>
          <a:off x="8717083" y="1364052"/>
          <a:ext cx="3005766" cy="2069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9" name="Google Shape;288;p18">
            <a:extLst>
              <a:ext uri="{FF2B5EF4-FFF2-40B4-BE49-F238E27FC236}">
                <a16:creationId xmlns:a16="http://schemas.microsoft.com/office/drawing/2014/main" id="{E736AB89-D30E-14BD-34C7-44151C2E15B4}"/>
              </a:ext>
            </a:extLst>
          </p:cNvPr>
          <p:cNvSpPr txBox="1"/>
          <p:nvPr/>
        </p:nvSpPr>
        <p:spPr>
          <a:xfrm>
            <a:off x="299948" y="3643487"/>
            <a:ext cx="343410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r>
              <a:rPr lang="en-US" b="1">
                <a:solidFill>
                  <a:srgbClr val="798596"/>
                </a:solidFill>
                <a:latin typeface="Inter Black"/>
                <a:ea typeface="Inter Black"/>
                <a:sym typeface="Inter"/>
              </a:rPr>
              <a:t>Insight</a:t>
            </a:r>
            <a:endParaRPr lang="en-US" b="1">
              <a:solidFill>
                <a:srgbClr val="798596"/>
              </a:solidFill>
              <a:latin typeface="Inter Black"/>
              <a:ea typeface="Inter Black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5C42B6-1280-E376-7D25-DF95C1812A4D}"/>
              </a:ext>
            </a:extLst>
          </p:cNvPr>
          <p:cNvSpPr txBox="1"/>
          <p:nvPr/>
        </p:nvSpPr>
        <p:spPr>
          <a:xfrm>
            <a:off x="4284453" y="3831567"/>
            <a:ext cx="359433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Wingdings"/>
              <a:buChar char="ü"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35% Influencer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— Highest revenue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₹7.26M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 &amp; conversions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58,571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); prioritize for scale.</a:t>
            </a:r>
            <a:endParaRPr lang="en-US" sz="1200">
              <a:latin typeface="Inter"/>
              <a:ea typeface="Inter"/>
            </a:endParaRPr>
          </a:p>
          <a:p>
            <a:pPr marL="228600" indent="-228600">
              <a:buFont typeface="Wingdings"/>
              <a:buChar char="ü"/>
            </a:pP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</a:rPr>
              <a:t>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30% Event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— Highest ROI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164.87%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 &amp; lowest CPA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₹46.39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); prioritize for efficiency.</a:t>
            </a:r>
            <a:endParaRPr lang="en-US" sz="1200">
              <a:latin typeface="Inter"/>
              <a:ea typeface="Inter"/>
            </a:endParaRPr>
          </a:p>
          <a:p>
            <a:pPr marL="228600" indent="-228600">
              <a:buFont typeface="Wingdings"/>
              <a:buChar char="ü"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20% Social Media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—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139.98% ROI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+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12.5M impressions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; maintain for reach.</a:t>
            </a:r>
            <a:endParaRPr lang="en-US" sz="1200">
              <a:latin typeface="Inter"/>
              <a:ea typeface="Inter"/>
            </a:endParaRPr>
          </a:p>
          <a:p>
            <a:pPr marL="228600" indent="-228600">
              <a:buFont typeface="Wingdings"/>
              <a:buChar char="ü"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15% Email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— Lowest ROI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115.58%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); retain for cost-efficient re-engagement.</a:t>
            </a:r>
            <a:endParaRPr lang="en-US" sz="1200">
              <a:latin typeface="Inter"/>
              <a:ea typeface="Inter"/>
            </a:endParaRPr>
          </a:p>
        </p:txBody>
      </p:sp>
      <p:sp>
        <p:nvSpPr>
          <p:cNvPr id="12" name="Google Shape;288;p18">
            <a:extLst>
              <a:ext uri="{FF2B5EF4-FFF2-40B4-BE49-F238E27FC236}">
                <a16:creationId xmlns:a16="http://schemas.microsoft.com/office/drawing/2014/main" id="{B318CBFF-2FA8-B9C0-5BCD-99259DF7040B}"/>
              </a:ext>
            </a:extLst>
          </p:cNvPr>
          <p:cNvSpPr txBox="1"/>
          <p:nvPr/>
        </p:nvSpPr>
        <p:spPr>
          <a:xfrm>
            <a:off x="4282475" y="3614731"/>
            <a:ext cx="317531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r>
              <a:rPr lang="en-US" b="1">
                <a:solidFill>
                  <a:srgbClr val="179D49"/>
                </a:solidFill>
                <a:latin typeface="Inter Black"/>
                <a:ea typeface="Inter Black"/>
                <a:sym typeface="Inter"/>
              </a:rPr>
              <a:t>Budget Allocation</a:t>
            </a:r>
            <a:endParaRPr lang="en-US">
              <a:solidFill>
                <a:srgbClr val="179D49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6B6A23-5527-60F6-45F7-F78090776B35}"/>
              </a:ext>
            </a:extLst>
          </p:cNvPr>
          <p:cNvSpPr txBox="1"/>
          <p:nvPr/>
        </p:nvSpPr>
        <p:spPr>
          <a:xfrm>
            <a:off x="8238226" y="3845944"/>
            <a:ext cx="336430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Favor medium-duration campaigns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—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163.59% ROI / ₹46.19 CPA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.</a:t>
            </a:r>
            <a:endParaRPr lang="en-US" sz="1200">
              <a:latin typeface="Inter"/>
              <a:ea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Prioritize stronger months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— June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173.28%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), January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172.23%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 and December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162.20%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).</a:t>
            </a:r>
            <a:endParaRPr lang="en-US" sz="1200">
              <a:latin typeface="Inter"/>
              <a:ea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Use weaker months selectively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— November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109.25%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 and February (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</a:rPr>
              <a:t>112.58%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) for targeted/retention campaigns.</a:t>
            </a:r>
            <a:endParaRPr lang="en-US" sz="1200">
              <a:latin typeface="Inter"/>
              <a:ea typeface="Inter"/>
            </a:endParaRPr>
          </a:p>
          <a:p>
            <a:pPr marL="171450" indent="-171450">
              <a:buFont typeface="Wingdings"/>
              <a:buChar char="ü"/>
            </a:pPr>
            <a:endParaRPr lang="en-US" sz="1200" dirty="0">
              <a:solidFill>
                <a:srgbClr val="475569"/>
              </a:solidFill>
              <a:latin typeface="Inter"/>
              <a:ea typeface="Inter"/>
            </a:endParaRPr>
          </a:p>
        </p:txBody>
      </p:sp>
      <p:sp>
        <p:nvSpPr>
          <p:cNvPr id="21" name="Google Shape;288;p18">
            <a:extLst>
              <a:ext uri="{FF2B5EF4-FFF2-40B4-BE49-F238E27FC236}">
                <a16:creationId xmlns:a16="http://schemas.microsoft.com/office/drawing/2014/main" id="{8860DDBD-16B6-2F8C-5B94-4EBE639C1002}"/>
              </a:ext>
            </a:extLst>
          </p:cNvPr>
          <p:cNvSpPr txBox="1"/>
          <p:nvPr/>
        </p:nvSpPr>
        <p:spPr>
          <a:xfrm>
            <a:off x="8106852" y="3629108"/>
            <a:ext cx="317531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r>
              <a:rPr lang="en-US" b="1">
                <a:solidFill>
                  <a:srgbClr val="5183EE"/>
                </a:solidFill>
                <a:latin typeface="Inter Black"/>
                <a:ea typeface="Inter Black"/>
                <a:sym typeface="Inter"/>
              </a:rPr>
              <a:t>Execution Rules</a:t>
            </a:r>
            <a:endParaRPr lang="en-US">
              <a:solidFill>
                <a:srgbClr val="5183E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496050"/>
            <a:ext cx="112395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0"/>
          <p:cNvSpPr txBox="1"/>
          <p:nvPr/>
        </p:nvSpPr>
        <p:spPr>
          <a:xfrm>
            <a:off x="476250" y="658177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Marketing Campaign ROI Analysis</a:t>
            </a:r>
            <a:endParaRPr/>
          </a:p>
        </p:txBody>
      </p:sp>
      <p:sp>
        <p:nvSpPr>
          <p:cNvPr id="406" name="Google Shape;406;p20"/>
          <p:cNvSpPr txBox="1"/>
          <p:nvPr/>
        </p:nvSpPr>
        <p:spPr>
          <a:xfrm>
            <a:off x="10746537" y="6596152"/>
            <a:ext cx="969213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8 of 11</a:t>
            </a:r>
            <a:endParaRPr/>
          </a:p>
        </p:txBody>
      </p:sp>
      <p:sp>
        <p:nvSpPr>
          <p:cNvPr id="407" name="Google Shape;407;p20"/>
          <p:cNvSpPr txBox="1"/>
          <p:nvPr/>
        </p:nvSpPr>
        <p:spPr>
          <a:xfrm>
            <a:off x="461873" y="251603"/>
            <a:ext cx="11234719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00">
                <a:solidFill>
                  <a:srgbClr val="1E3A8A"/>
                </a:solidFill>
                <a:latin typeface="Plus Jakarta Sans ExtraBold"/>
                <a:cs typeface="Plus Jakarta Sans ExtraBold"/>
              </a:rPr>
              <a:t>Q5. Recommend strategies to improve ROI across campaigns </a:t>
            </a:r>
          </a:p>
        </p:txBody>
      </p:sp>
      <p:sp>
        <p:nvSpPr>
          <p:cNvPr id="408" name="Google Shape;408;p20"/>
          <p:cNvSpPr txBox="1"/>
          <p:nvPr/>
        </p:nvSpPr>
        <p:spPr>
          <a:xfrm>
            <a:off x="476250" y="863804"/>
            <a:ext cx="1137752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Five core data-backed levers to optimize targeting, campaign duration</a:t>
            </a:r>
            <a:r>
              <a:rPr lang="en-US" sz="1200" b="0" i="0" u="none" strike="noStrike" cap="none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, </a:t>
            </a:r>
            <a:r>
              <a:rPr lang="en-US" sz="1200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seasonality</a:t>
            </a:r>
            <a:r>
              <a:rPr lang="en-US" sz="1200" b="0" i="0" u="none" strike="noStrike" cap="none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, and </a:t>
            </a:r>
            <a:r>
              <a:rPr lang="en-US" sz="1200">
                <a:solidFill>
                  <a:srgbClr val="64748B"/>
                </a:solidFill>
                <a:latin typeface="Inter Medium"/>
                <a:ea typeface="Inter Medium"/>
                <a:sym typeface="Inter Medium"/>
              </a:rPr>
              <a:t>conversion rates</a:t>
            </a:r>
            <a:endParaRPr lang="en-US"/>
          </a:p>
        </p:txBody>
      </p:sp>
      <p:sp>
        <p:nvSpPr>
          <p:cNvPr id="410" name="Google Shape;410;p20"/>
          <p:cNvSpPr txBox="1"/>
          <p:nvPr/>
        </p:nvSpPr>
        <p:spPr>
          <a:xfrm>
            <a:off x="477688" y="6100402"/>
            <a:ext cx="115664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dirty="0">
                <a:solidFill>
                  <a:srgbClr val="1E40AF"/>
                </a:solidFill>
                <a:latin typeface="Inter Black"/>
                <a:ea typeface="Inter Black"/>
                <a:sym typeface="Inter Black"/>
              </a:rPr>
              <a:t>STRATEGIC IMPERATIVE:</a:t>
            </a:r>
            <a:r>
              <a:rPr lang="en-US" sz="1050" b="0" i="0" u="none" strike="noStrike" cap="none" dirty="0">
                <a:solidFill>
                  <a:srgbClr val="1E40A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200" dirty="0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Harmonizing channel budget allocation with an 8–</a:t>
            </a:r>
            <a:r>
              <a:rPr lang="en-US" sz="1200" dirty="0" err="1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15 day</a:t>
            </a:r>
            <a:r>
              <a:rPr lang="en-US" sz="1200" dirty="0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 duration standard and seasonal calendar peaks can unlock ROI improvement through better allocation and execution, without requiring an increase in total marketing spend.</a:t>
            </a:r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1A1778B-A77C-94E5-F0C9-E02111DD83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0715989"/>
              </p:ext>
            </p:extLst>
          </p:nvPr>
        </p:nvGraphicFramePr>
        <p:xfrm>
          <a:off x="474454" y="1197634"/>
          <a:ext cx="11372491" cy="4793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496050"/>
            <a:ext cx="11239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243905"/>
            <a:ext cx="112395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808065"/>
            <a:ext cx="3619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0" y="3808065"/>
            <a:ext cx="3619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0" y="3808065"/>
            <a:ext cx="3619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/>
        </p:nvSpPr>
        <p:spPr>
          <a:xfrm>
            <a:off x="476250" y="658177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Marketing Campaign ROI Analysis</a:t>
            </a:r>
            <a:endParaRPr/>
          </a:p>
        </p:txBody>
      </p:sp>
      <p:sp>
        <p:nvSpPr>
          <p:cNvPr id="444" name="Google Shape;444;p21"/>
          <p:cNvSpPr txBox="1"/>
          <p:nvPr/>
        </p:nvSpPr>
        <p:spPr>
          <a:xfrm>
            <a:off x="10645895" y="6596152"/>
            <a:ext cx="1069855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9 of 11</a:t>
            </a:r>
            <a:endParaRPr/>
          </a:p>
        </p:txBody>
      </p:sp>
      <p:sp>
        <p:nvSpPr>
          <p:cNvPr id="445" name="Google Shape;445;p21"/>
          <p:cNvSpPr txBox="1"/>
          <p:nvPr/>
        </p:nvSpPr>
        <p:spPr>
          <a:xfrm>
            <a:off x="476250" y="381000"/>
            <a:ext cx="6630828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00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Digital Funnel </a:t>
            </a:r>
            <a:r>
              <a:rPr lang="en-US" sz="2100" b="0" i="0" u="none" strike="noStrike" cap="non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&amp; </a:t>
            </a:r>
            <a:r>
              <a:rPr lang="en-US" sz="2100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Engagement Deep-dive</a:t>
            </a:r>
            <a:endParaRPr/>
          </a:p>
        </p:txBody>
      </p:sp>
      <p:sp>
        <p:nvSpPr>
          <p:cNvPr id="446" name="Google Shape;446;p21"/>
          <p:cNvSpPr txBox="1"/>
          <p:nvPr/>
        </p:nvSpPr>
        <p:spPr>
          <a:xfrm>
            <a:off x="476250" y="763162"/>
            <a:ext cx="1124650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Analyzing Impressions, Clicks, and Click-Through Rate (CTR) to evaluate top-of-funnel brand reach</a:t>
            </a:r>
            <a:endParaRPr/>
          </a:p>
        </p:txBody>
      </p:sp>
      <p:graphicFrame>
        <p:nvGraphicFramePr>
          <p:cNvPr id="447" name="Google Shape;447;p21"/>
          <p:cNvGraphicFramePr/>
          <p:nvPr>
            <p:extLst>
              <p:ext uri="{D42A27DB-BD31-4B8C-83A1-F6EECF244321}">
                <p14:modId xmlns:p14="http://schemas.microsoft.com/office/powerpoint/2010/main" val="3961120927"/>
              </p:ext>
            </p:extLst>
          </p:nvPr>
        </p:nvGraphicFramePr>
        <p:xfrm>
          <a:off x="676275" y="1443930"/>
          <a:ext cx="10839475" cy="1771625"/>
        </p:xfrm>
        <a:graphic>
          <a:graphicData uri="http://schemas.openxmlformats.org/drawingml/2006/table">
            <a:tbl>
              <a:tblPr firstRow="1" bandRow="1">
                <a:noFill/>
                <a:tableStyleId>{870EB4AF-7A38-4763-9C53-5510BC3748B6}</a:tableStyleId>
              </a:tblPr>
              <a:tblGrid>
                <a:gridCol w="165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Channel Name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Impressions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Clicks (Engagement)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Click-Through Rate (CTR %)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Engagement Performance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Social Media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12.52M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1.21M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9.68%</a:t>
                      </a:r>
                      <a:r>
                        <a:rPr lang="en-US" sz="10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(Highest CTR)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Peak CTR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 Marketing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12.15M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1.15M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9.49%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Intent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Influencer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15.82M</a:t>
                      </a:r>
                      <a:r>
                        <a:rPr lang="en-US" sz="10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(Highest Reach)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1.46M</a:t>
                      </a:r>
                      <a:r>
                        <a:rPr lang="en-US" sz="100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(Highest Clicks)</a:t>
                      </a:r>
                      <a:endParaRPr sz="1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9.23%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7C3AE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Max Visibility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Event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14.23M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1.28M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9.00%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Experiential</a:t>
                      </a:r>
                      <a:endParaRPr sz="1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48" name="Google Shape;44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6275" y="607695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1"/>
          <p:cNvSpPr txBox="1"/>
          <p:nvPr/>
        </p:nvSpPr>
        <p:spPr>
          <a:xfrm>
            <a:off x="962025" y="6010275"/>
            <a:ext cx="10553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50" b="0" i="0" u="none" strike="noStrike" cap="none">
                <a:solidFill>
                  <a:srgbClr val="1E40AF"/>
                </a:solidFill>
                <a:latin typeface="Inter Black"/>
                <a:ea typeface="Inter Black"/>
                <a:cs typeface="Inter Black"/>
                <a:sym typeface="Inter Black"/>
              </a:rPr>
              <a:t>FUNNEL INSIGHT:</a:t>
            </a:r>
            <a:r>
              <a:rPr lang="en-US" sz="1050" b="0" i="0" u="none" strike="noStrike" cap="none" dirty="0">
                <a:solidFill>
                  <a:srgbClr val="1E40A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050" b="0" i="0" u="none" strike="noStrike" cap="none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Social Media drives </a:t>
            </a:r>
            <a:r>
              <a:rPr lang="en-US" sz="1050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the highest </a:t>
            </a:r>
            <a:r>
              <a:rPr lang="en-US" sz="1050" b="0" i="0" u="none" strike="noStrike" cap="none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CTR (9.68%) but </a:t>
            </a:r>
            <a:r>
              <a:rPr lang="en-US" sz="1050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shows weaker downstream </a:t>
            </a:r>
            <a:r>
              <a:rPr lang="en-US" sz="1050" b="0" i="0" u="none" strike="noStrike" cap="none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conversion </a:t>
            </a:r>
            <a:r>
              <a:rPr lang="en-US" sz="1050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efficiency, indicating an opportunity to investigate post-click </a:t>
            </a:r>
            <a:r>
              <a:rPr lang="en-US" sz="1050" b="0" i="0" u="none" strike="noStrike" cap="none">
                <a:solidFill>
                  <a:srgbClr val="1E40AF"/>
                </a:solidFill>
                <a:latin typeface="Inter SemiBold"/>
                <a:ea typeface="Inter SemiBold"/>
                <a:sym typeface="Inter SemiBold"/>
              </a:rPr>
              <a:t>drop-off.</a:t>
            </a:r>
            <a:endParaRPr lang="en-US" sz="1100"/>
          </a:p>
        </p:txBody>
      </p:sp>
      <p:sp>
        <p:nvSpPr>
          <p:cNvPr id="455" name="Google Shape;455;p21"/>
          <p:cNvSpPr txBox="1"/>
          <p:nvPr/>
        </p:nvSpPr>
        <p:spPr>
          <a:xfrm>
            <a:off x="825081" y="3969990"/>
            <a:ext cx="32956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r>
              <a:rPr lang="en-US" sz="16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Total </a:t>
            </a:r>
            <a:r>
              <a:rPr lang="en-US" sz="1600" b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Impressions</a:t>
            </a:r>
            <a:endParaRPr sz="1600"/>
          </a:p>
        </p:txBody>
      </p:sp>
      <p:sp>
        <p:nvSpPr>
          <p:cNvPr id="456" name="Google Shape;456;p21"/>
          <p:cNvSpPr txBox="1"/>
          <p:nvPr/>
        </p:nvSpPr>
        <p:spPr>
          <a:xfrm>
            <a:off x="638175" y="4508152"/>
            <a:ext cx="3295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54.72M</a:t>
            </a:r>
            <a:endParaRPr/>
          </a:p>
        </p:txBody>
      </p:sp>
      <p:sp>
        <p:nvSpPr>
          <p:cNvPr id="457" name="Google Shape;457;p21"/>
          <p:cNvSpPr txBox="1"/>
          <p:nvPr/>
        </p:nvSpPr>
        <p:spPr>
          <a:xfrm>
            <a:off x="638175" y="5030859"/>
            <a:ext cx="3295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Brand Impressions Across All Urban Markets</a:t>
            </a:r>
            <a:endParaRPr sz="1200"/>
          </a:p>
        </p:txBody>
      </p:sp>
      <p:sp>
        <p:nvSpPr>
          <p:cNvPr id="458" name="Google Shape;458;p21"/>
          <p:cNvSpPr txBox="1"/>
          <p:nvPr/>
        </p:nvSpPr>
        <p:spPr>
          <a:xfrm>
            <a:off x="4635081" y="3969990"/>
            <a:ext cx="32956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Total Clicks</a:t>
            </a:r>
            <a:endParaRPr sz="1600"/>
          </a:p>
        </p:txBody>
      </p:sp>
      <p:sp>
        <p:nvSpPr>
          <p:cNvPr id="459" name="Google Shape;459;p21"/>
          <p:cNvSpPr txBox="1"/>
          <p:nvPr/>
        </p:nvSpPr>
        <p:spPr>
          <a:xfrm>
            <a:off x="4448175" y="4508152"/>
            <a:ext cx="3295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5.11M</a:t>
            </a:r>
            <a:endParaRPr/>
          </a:p>
        </p:txBody>
      </p:sp>
      <p:sp>
        <p:nvSpPr>
          <p:cNvPr id="460" name="Google Shape;460;p21"/>
          <p:cNvSpPr txBox="1"/>
          <p:nvPr/>
        </p:nvSpPr>
        <p:spPr>
          <a:xfrm>
            <a:off x="4448175" y="5030859"/>
            <a:ext cx="32956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5.11 Million Digital Interactions Generated</a:t>
            </a:r>
            <a:endParaRPr sz="1200"/>
          </a:p>
        </p:txBody>
      </p:sp>
      <p:sp>
        <p:nvSpPr>
          <p:cNvPr id="461" name="Google Shape;461;p21"/>
          <p:cNvSpPr txBox="1"/>
          <p:nvPr/>
        </p:nvSpPr>
        <p:spPr>
          <a:xfrm>
            <a:off x="8416326" y="3969990"/>
            <a:ext cx="32956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Blended CTR</a:t>
            </a:r>
            <a:endParaRPr sz="1600"/>
          </a:p>
        </p:txBody>
      </p:sp>
      <p:sp>
        <p:nvSpPr>
          <p:cNvPr id="462" name="Google Shape;462;p21"/>
          <p:cNvSpPr txBox="1"/>
          <p:nvPr/>
        </p:nvSpPr>
        <p:spPr>
          <a:xfrm>
            <a:off x="8258175" y="4508152"/>
            <a:ext cx="3295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9.33%</a:t>
            </a:r>
            <a:endParaRPr/>
          </a:p>
        </p:txBody>
      </p:sp>
      <p:sp>
        <p:nvSpPr>
          <p:cNvPr id="463" name="Google Shape;463;p21"/>
          <p:cNvSpPr txBox="1"/>
          <p:nvPr/>
        </p:nvSpPr>
        <p:spPr>
          <a:xfrm>
            <a:off x="8301307" y="5030859"/>
            <a:ext cx="32956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Strong Top-of-Funnel Engagement Baseline</a:t>
            </a:r>
            <a:endParaRPr sz="1200"/>
          </a:p>
        </p:txBody>
      </p:sp>
      <p:pic>
        <p:nvPicPr>
          <p:cNvPr id="484" name="Google Shape;48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421" y="3974663"/>
            <a:ext cx="272271" cy="23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62552" y="3974663"/>
            <a:ext cx="162284" cy="18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58175" y="3974662"/>
            <a:ext cx="148086" cy="238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6115050"/>
            <a:ext cx="102870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243905"/>
            <a:ext cx="5505450" cy="428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9690" y="1142449"/>
            <a:ext cx="5464810" cy="428879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2"/>
          <p:cNvSpPr txBox="1"/>
          <p:nvPr/>
        </p:nvSpPr>
        <p:spPr>
          <a:xfrm>
            <a:off x="476250" y="381000"/>
            <a:ext cx="70008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00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Strategic Roadmap </a:t>
            </a:r>
            <a:r>
              <a:rPr lang="en-US" sz="2100" b="0" i="0" u="none" strike="noStrike" cap="none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&amp; </a:t>
            </a:r>
            <a:r>
              <a:rPr lang="en-US" sz="2100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Budget Framework</a:t>
            </a:r>
            <a:endParaRPr/>
          </a:p>
        </p:txBody>
      </p:sp>
      <p:sp>
        <p:nvSpPr>
          <p:cNvPr id="502" name="Google Shape;502;p22"/>
          <p:cNvSpPr txBox="1"/>
          <p:nvPr/>
        </p:nvSpPr>
        <p:spPr>
          <a:xfrm>
            <a:off x="476250" y="720030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Phased implementation timeline and recommended marketing budget allocation for upcoming fiscal year</a:t>
            </a:r>
            <a:endParaRPr/>
          </a:p>
        </p:txBody>
      </p:sp>
      <p:sp>
        <p:nvSpPr>
          <p:cNvPr id="503" name="Google Shape;503;p22"/>
          <p:cNvSpPr txBox="1"/>
          <p:nvPr/>
        </p:nvSpPr>
        <p:spPr>
          <a:xfrm>
            <a:off x="952500" y="620077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Marketing Campaign ROI Analysis</a:t>
            </a:r>
            <a:endParaRPr/>
          </a:p>
        </p:txBody>
      </p:sp>
      <p:sp>
        <p:nvSpPr>
          <p:cNvPr id="504" name="Google Shape;504;p22"/>
          <p:cNvSpPr txBox="1"/>
          <p:nvPr/>
        </p:nvSpPr>
        <p:spPr>
          <a:xfrm>
            <a:off x="10061575" y="6210935"/>
            <a:ext cx="1177925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10 of 11</a:t>
            </a:r>
            <a:endParaRPr/>
          </a:p>
        </p:txBody>
      </p:sp>
      <p:sp>
        <p:nvSpPr>
          <p:cNvPr id="507" name="Google Shape;507;p22"/>
          <p:cNvSpPr txBox="1"/>
          <p:nvPr/>
        </p:nvSpPr>
        <p:spPr>
          <a:xfrm>
            <a:off x="948055" y="1413450"/>
            <a:ext cx="53206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Quick Wins (0 – 3 Months)</a:t>
            </a:r>
            <a:endParaRPr sz="1600"/>
          </a:p>
        </p:txBody>
      </p:sp>
      <p:sp>
        <p:nvSpPr>
          <p:cNvPr id="508" name="Google Shape;508;p22"/>
          <p:cNvSpPr txBox="1"/>
          <p:nvPr/>
        </p:nvSpPr>
        <p:spPr>
          <a:xfrm>
            <a:off x="6790055" y="1291674"/>
            <a:ext cx="490410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Long-Term Initiatives (3 – 12 Months)</a:t>
            </a:r>
            <a:endParaRPr sz="1600"/>
          </a:p>
        </p:txBody>
      </p:sp>
      <p:pic>
        <p:nvPicPr>
          <p:cNvPr id="513" name="Google Shape;51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146298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2"/>
          <p:cNvSpPr txBox="1"/>
          <p:nvPr/>
        </p:nvSpPr>
        <p:spPr>
          <a:xfrm>
            <a:off x="707906" y="1729680"/>
            <a:ext cx="5275051" cy="379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0F172A"/>
                </a:solidFill>
                <a:latin typeface="Inter"/>
                <a:ea typeface="Inter"/>
                <a:sym typeface="Inter"/>
              </a:rPr>
              <a:t>Reallocate Budget Toward Proven Channels:</a:t>
            </a:r>
            <a:r>
              <a:rPr lang="en-US">
                <a:solidFill>
                  <a:srgbClr val="0F172A"/>
                </a:solidFill>
                <a:latin typeface="Inter"/>
                <a:ea typeface="Inter"/>
                <a:sym typeface="Inter"/>
              </a:rPr>
              <a:t> Shift incremental spend toward Influencer (35%) and Event (30%), which combine strong ROI, conversion scale and/or CPA efficiency</a:t>
            </a:r>
            <a:r>
              <a:rPr lang="en-US" b="0" i="0" u="none" strike="noStrike" cap="none">
                <a:solidFill>
                  <a:srgbClr val="0F172A"/>
                </a:solidFill>
                <a:latin typeface="Inter"/>
                <a:ea typeface="Inter"/>
                <a:sym typeface="Inter"/>
              </a:rPr>
              <a:t>.</a:t>
            </a:r>
            <a:endParaRPr lang="en-US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 dirty="0">
                <a:solidFill>
                  <a:srgbClr val="0F172A"/>
                </a:solidFill>
                <a:latin typeface="Inter"/>
                <a:ea typeface="Inter"/>
              </a:rPr>
              <a:t>Duration Standard:</a:t>
            </a:r>
            <a:r>
              <a:rPr lang="en-US" dirty="0">
                <a:solidFill>
                  <a:srgbClr val="0F172A"/>
                </a:solidFill>
                <a:latin typeface="Inter"/>
                <a:ea typeface="Inter"/>
              </a:rPr>
              <a:t> Mandate 8–</a:t>
            </a:r>
            <a:r>
              <a:rPr lang="en-US" dirty="0" err="1">
                <a:solidFill>
                  <a:srgbClr val="0F172A"/>
                </a:solidFill>
                <a:latin typeface="Inter"/>
                <a:ea typeface="Inter"/>
              </a:rPr>
              <a:t>15 day</a:t>
            </a:r>
            <a:r>
              <a:rPr lang="en-US" dirty="0">
                <a:solidFill>
                  <a:srgbClr val="0F172A"/>
                </a:solidFill>
                <a:latin typeface="Inter"/>
                <a:ea typeface="Inter"/>
              </a:rPr>
              <a:t> lifespans as standard for all digital ad groups.</a:t>
            </a:r>
            <a:endParaRPr lang="en-US">
              <a:latin typeface="Inter"/>
              <a:ea typeface="Inter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 dirty="0">
                <a:solidFill>
                  <a:srgbClr val="0F172A"/>
                </a:solidFill>
                <a:latin typeface="Inter"/>
                <a:ea typeface="Inter"/>
              </a:rPr>
              <a:t>Creative Replication:</a:t>
            </a:r>
            <a:r>
              <a:rPr lang="en-US" dirty="0">
                <a:solidFill>
                  <a:srgbClr val="0F172A"/>
                </a:solidFill>
                <a:latin typeface="Inter"/>
                <a:ea typeface="Inter"/>
              </a:rPr>
              <a:t> Replicate messaging and offers from top 10 ROI </a:t>
            </a:r>
            <a:r>
              <a:rPr lang="en-US">
                <a:solidFill>
                  <a:srgbClr val="0F172A"/>
                </a:solidFill>
                <a:latin typeface="Inter"/>
                <a:ea typeface="Inter"/>
              </a:rPr>
              <a:t>campaigns.</a:t>
            </a:r>
            <a:endParaRPr lang="en-US">
              <a:latin typeface="Inter"/>
              <a:ea typeface="Inter"/>
            </a:endParaRPr>
          </a:p>
          <a:p>
            <a:pPr marL="285750" indent="-285750">
              <a:lnSpc>
                <a:spcPct val="150000"/>
              </a:lnSpc>
              <a:buFont typeface="Wingdings,sans-serif"/>
              <a:buChar char="q"/>
            </a:pPr>
            <a:r>
              <a:rPr lang="en-US" b="1" dirty="0">
                <a:solidFill>
                  <a:srgbClr val="0F172A"/>
                </a:solidFill>
                <a:latin typeface="Inter"/>
                <a:ea typeface="Inter"/>
              </a:rPr>
              <a:t>Seasonal Calendar:</a:t>
            </a:r>
            <a:r>
              <a:rPr lang="en-US" dirty="0">
                <a:solidFill>
                  <a:srgbClr val="0F172A"/>
                </a:solidFill>
                <a:latin typeface="Inter"/>
                <a:ea typeface="Inter"/>
              </a:rPr>
              <a:t> Concentrate incremental spend around historically stronger periods, particularly </a:t>
            </a:r>
            <a:r>
              <a:rPr lang="en-US">
                <a:solidFill>
                  <a:srgbClr val="0F172A"/>
                </a:solidFill>
                <a:latin typeface="Inter"/>
                <a:ea typeface="Inter"/>
              </a:rPr>
              <a:t>June, January</a:t>
            </a:r>
            <a:r>
              <a:rPr lang="en-US" dirty="0">
                <a:solidFill>
                  <a:srgbClr val="0F172A"/>
                </a:solidFill>
                <a:latin typeface="Inter"/>
                <a:ea typeface="Inter"/>
              </a:rPr>
              <a:t> and December, while testing seasonal peaks.</a:t>
            </a:r>
            <a:endParaRPr lang="en-US" dirty="0">
              <a:latin typeface="Inter"/>
              <a:ea typeface="Inter"/>
            </a:endParaRPr>
          </a:p>
          <a:p>
            <a:pPr>
              <a:lnSpc>
                <a:spcPct val="150000"/>
              </a:lnSpc>
            </a:pPr>
            <a:endParaRPr lang="en-US" sz="1050" dirty="0">
              <a:solidFill>
                <a:srgbClr val="0F172A"/>
              </a:solidFill>
              <a:latin typeface="Inter"/>
              <a:ea typeface="Inter"/>
            </a:endParaRPr>
          </a:p>
        </p:txBody>
      </p:sp>
      <p:pic>
        <p:nvPicPr>
          <p:cNvPr id="518" name="Google Shape;51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97015" y="133104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2"/>
          <p:cNvSpPr txBox="1"/>
          <p:nvPr/>
        </p:nvSpPr>
        <p:spPr>
          <a:xfrm>
            <a:off x="6663199" y="1734808"/>
            <a:ext cx="5203165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 dirty="0">
                <a:solidFill>
                  <a:srgbClr val="0F172A"/>
                </a:solidFill>
                <a:latin typeface="Inter"/>
                <a:ea typeface="Inter"/>
              </a:rPr>
              <a:t>Email Budget </a:t>
            </a:r>
            <a:r>
              <a:rPr lang="en-US" b="1">
                <a:solidFill>
                  <a:srgbClr val="0F172A"/>
                </a:solidFill>
                <a:latin typeface="Inter"/>
                <a:ea typeface="Inter"/>
              </a:rPr>
              <a:t>Scaling:</a:t>
            </a:r>
            <a:r>
              <a:rPr lang="en-US" dirty="0">
                <a:solidFill>
                  <a:srgbClr val="0F172A"/>
                </a:solidFill>
                <a:latin typeface="Inter"/>
                <a:ea typeface="Inter"/>
              </a:rPr>
              <a:t> Maintain the 15% controlled allocation while testing creative, targeting and re-engagement strategies. Scale only after measurable improvement in ROI and CPA.</a:t>
            </a:r>
            <a:endParaRPr lang="en-US">
              <a:solidFill>
                <a:srgbClr val="0F172A"/>
              </a:solidFill>
              <a:latin typeface="Inter"/>
              <a:ea typeface="Inter"/>
              <a:cs typeface="Inter"/>
            </a:endParaRPr>
          </a:p>
          <a:p>
            <a:pPr marL="285750" marR="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q"/>
            </a:pPr>
            <a:r>
              <a:rPr lang="en-US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Experiential Events:</a:t>
            </a:r>
            <a:r>
              <a:rPr lang="en-US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Scale Event channel footprint in major tier-1 urban markets to capture ₹46.39 CPA.</a:t>
            </a:r>
            <a:endParaRPr lang="en-US" b="0" i="0" u="none" strike="noStrike" cap="none">
              <a:solidFill>
                <a:srgbClr val="0F172A"/>
              </a:solidFill>
              <a:latin typeface="Inter"/>
              <a:ea typeface="Inter"/>
              <a:cs typeface="Inter"/>
            </a:endParaRPr>
          </a:p>
          <a:p>
            <a:pPr marL="285750" indent="-285750">
              <a:lnSpc>
                <a:spcPct val="150000"/>
              </a:lnSpc>
              <a:buFont typeface="Wingdings,sans-serif"/>
              <a:buChar char="q"/>
            </a:pPr>
            <a:r>
              <a:rPr lang="en-US" b="1" dirty="0">
                <a:solidFill>
                  <a:srgbClr val="0F172A"/>
                </a:solidFill>
                <a:latin typeface="Inter"/>
                <a:ea typeface="Inter"/>
              </a:rPr>
              <a:t>Landing Page UX:</a:t>
            </a:r>
            <a:r>
              <a:rPr lang="en-US" dirty="0">
                <a:solidFill>
                  <a:srgbClr val="0F172A"/>
                </a:solidFill>
                <a:latin typeface="Inter"/>
                <a:ea typeface="Inter"/>
              </a:rPr>
              <a:t> Redesign Social Media </a:t>
            </a:r>
            <a:r>
              <a:rPr lang="en-US">
                <a:solidFill>
                  <a:srgbClr val="0F172A"/>
                </a:solidFill>
                <a:latin typeface="Inter"/>
                <a:ea typeface="Inter"/>
              </a:rPr>
              <a:t>landing pages</a:t>
            </a:r>
            <a:r>
              <a:rPr lang="en-US" dirty="0">
                <a:solidFill>
                  <a:srgbClr val="0F172A"/>
                </a:solidFill>
                <a:latin typeface="Inter"/>
                <a:ea typeface="Inter"/>
              </a:rPr>
              <a:t> to fix post-click conversion drop-offs.</a:t>
            </a:r>
            <a:endParaRPr lang="en-US" dirty="0">
              <a:latin typeface="Inter"/>
              <a:ea typeface="Inter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>
                <a:solidFill>
                  <a:srgbClr val="0F172A"/>
                </a:solidFill>
                <a:latin typeface="Inter"/>
                <a:ea typeface="Inter"/>
              </a:rPr>
              <a:t>Multi-Touch Attribution:</a:t>
            </a:r>
            <a:r>
              <a:rPr lang="en-US">
                <a:solidFill>
                  <a:srgbClr val="0F172A"/>
                </a:solidFill>
                <a:latin typeface="Inter"/>
                <a:ea typeface="Inter"/>
              </a:rPr>
              <a:t> Build real-time attribution model in Power BI to track multi-channel customer journeys.</a:t>
            </a:r>
            <a:endParaRPr lang="en-US"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6496050"/>
            <a:ext cx="112395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23"/>
          <p:cNvSpPr txBox="1"/>
          <p:nvPr/>
        </p:nvSpPr>
        <p:spPr>
          <a:xfrm>
            <a:off x="2550477" y="2869757"/>
            <a:ext cx="709104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600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Thank You | Questions &amp; Discussions</a:t>
            </a:r>
            <a:endParaRPr/>
          </a:p>
        </p:txBody>
      </p:sp>
      <p:sp>
        <p:nvSpPr>
          <p:cNvPr id="555" name="Google Shape;555;p23"/>
          <p:cNvSpPr txBox="1"/>
          <p:nvPr/>
        </p:nvSpPr>
        <p:spPr>
          <a:xfrm>
            <a:off x="476250" y="658177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GlowUp Marketing Campaign ROI Analysis</a:t>
            </a:r>
            <a:endParaRPr/>
          </a:p>
        </p:txBody>
      </p:sp>
      <p:sp>
        <p:nvSpPr>
          <p:cNvPr id="556" name="Google Shape;556;p23"/>
          <p:cNvSpPr txBox="1"/>
          <p:nvPr/>
        </p:nvSpPr>
        <p:spPr>
          <a:xfrm>
            <a:off x="11125200" y="658177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11 of 11</a:t>
            </a:r>
            <a:endParaRPr/>
          </a:p>
        </p:txBody>
      </p:sp>
      <p:sp>
        <p:nvSpPr>
          <p:cNvPr id="2" name="Google Shape;599;p36">
            <a:extLst>
              <a:ext uri="{FF2B5EF4-FFF2-40B4-BE49-F238E27FC236}">
                <a16:creationId xmlns:a16="http://schemas.microsoft.com/office/drawing/2014/main" id="{2238B7B7-2305-1AFB-6439-41421472B53F}"/>
              </a:ext>
            </a:extLst>
          </p:cNvPr>
          <p:cNvSpPr txBox="1"/>
          <p:nvPr/>
        </p:nvSpPr>
        <p:spPr>
          <a:xfrm>
            <a:off x="1835785" y="4717047"/>
            <a:ext cx="89471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Prepared </a:t>
            </a:r>
            <a:r>
              <a:rPr lang="en-US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by Agamya Jain | </a:t>
            </a:r>
            <a:r>
              <a:rPr lang="en-US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Data Analyst </a:t>
            </a:r>
            <a:r>
              <a:rPr lang="en-US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| </a:t>
            </a:r>
            <a:r>
              <a:rPr lang="en-US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Business Intelligence &amp; Analytics Department </a:t>
            </a:r>
            <a:r>
              <a:rPr lang="en-US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GlowUp</a:t>
            </a:r>
            <a:endParaRPr lang="en-US" dirty="0" err="1">
              <a:solidFill>
                <a:srgbClr val="64748B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735</cp:revision>
  <dcterms:modified xsi:type="dcterms:W3CDTF">2026-08-31T16:22:09Z</dcterms:modified>
</cp:coreProperties>
</file>